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1" r:id="rId3"/>
    <p:sldId id="259" r:id="rId4"/>
    <p:sldId id="263" r:id="rId5"/>
    <p:sldId id="264" r:id="rId6"/>
    <p:sldId id="265" r:id="rId7"/>
    <p:sldId id="266" r:id="rId8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262" r:id="rId5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image" Target="../media/image2.jpeg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image" Target="../media/image3.jpeg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image" Target="../media/image1.jpeg"/><Relationship Id="rId2" Type="http://schemas.openxmlformats.org/officeDocument/2006/relationships/tags" Target="../tags/tag61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3" descr="C:\Users\wps\Downloads\1x\资源 3国庆.jpg资源 3国庆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89460" cy="68573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838200" y="2245360"/>
            <a:ext cx="10515600" cy="1210945"/>
          </a:xfrm>
        </p:spPr>
        <p:txBody>
          <a:bodyPr wrap="square" anchor="ctr">
            <a:normAutofit/>
          </a:bodyPr>
          <a:lstStyle>
            <a:lvl1pPr algn="ctr">
              <a:lnSpc>
                <a:spcPct val="100000"/>
              </a:lnSpc>
              <a:defRPr sz="6600" b="0">
                <a:gradFill>
                  <a:gsLst>
                    <a:gs pos="67000">
                      <a:schemeClr val="accent2">
                        <a:lumMod val="40000"/>
                        <a:lumOff val="60000"/>
                      </a:schemeClr>
                    </a:gs>
                    <a:gs pos="0">
                      <a:srgbClr val="FFFFFF"/>
                    </a:gs>
                  </a:gsLst>
                  <a:lin ang="168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4656000" y="16622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gradFill>
                  <a:gsLst>
                    <a:gs pos="67000">
                      <a:schemeClr val="accent2">
                        <a:lumMod val="60000"/>
                        <a:lumOff val="40000"/>
                      </a:schemeClr>
                    </a:gs>
                    <a:gs pos="0">
                      <a:srgbClr val="FFFFFF"/>
                    </a:gs>
                  </a:gsLst>
                  <a:lin ang="16800000" scaled="0"/>
                </a:gradFill>
              </a:defRPr>
            </a:lvl1pPr>
          </a:lstStyle>
          <a:p>
            <a:pPr lvl="0"/>
            <a:r>
              <a:rPr lang="zh-CN" altLang="en-US" dirty="0"/>
              <a:t>日期时间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4655545" y="3629475"/>
            <a:ext cx="2880000" cy="5040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gradFill>
                  <a:gsLst>
                    <a:gs pos="67000">
                      <a:schemeClr val="accent2">
                        <a:lumMod val="60000"/>
                        <a:lumOff val="40000"/>
                      </a:schemeClr>
                    </a:gs>
                    <a:gs pos="0">
                      <a:srgbClr val="FFFFFF"/>
                    </a:gs>
                  </a:gsLst>
                  <a:lin ang="16800000" scaled="0"/>
                </a:gra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8" name="五角星 7"/>
          <p:cNvSpPr/>
          <p:nvPr userDrawn="1">
            <p:custDataLst>
              <p:tags r:id="rId10"/>
            </p:custDataLst>
          </p:nvPr>
        </p:nvSpPr>
        <p:spPr>
          <a:xfrm>
            <a:off x="5020310" y="1231265"/>
            <a:ext cx="175260" cy="175260"/>
          </a:xfrm>
          <a:prstGeom prst="star5">
            <a:avLst>
              <a:gd name="adj" fmla="val 33598"/>
              <a:gd name="hf" fmla="val 105146"/>
              <a:gd name="vf" fmla="val 110557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思源宋体 CN Medium" panose="02020500000000000000" charset="-122"/>
            </a:endParaRPr>
          </a:p>
        </p:txBody>
      </p:sp>
      <p:sp>
        <p:nvSpPr>
          <p:cNvPr id="9" name="五角星 6"/>
          <p:cNvSpPr/>
          <p:nvPr userDrawn="1">
            <p:custDataLst>
              <p:tags r:id="rId11"/>
            </p:custDataLst>
          </p:nvPr>
        </p:nvSpPr>
        <p:spPr>
          <a:xfrm>
            <a:off x="5509260" y="1231265"/>
            <a:ext cx="175260" cy="175260"/>
          </a:xfrm>
          <a:prstGeom prst="star5">
            <a:avLst>
              <a:gd name="adj" fmla="val 33598"/>
              <a:gd name="hf" fmla="val 105146"/>
              <a:gd name="vf" fmla="val 110557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思源宋体 CN Medium" panose="02020500000000000000" charset="-122"/>
              <a:sym typeface="+mn-ea"/>
            </a:endParaRPr>
          </a:p>
        </p:txBody>
      </p:sp>
      <p:sp>
        <p:nvSpPr>
          <p:cNvPr id="27" name="五角星 26"/>
          <p:cNvSpPr/>
          <p:nvPr userDrawn="1">
            <p:custDataLst>
              <p:tags r:id="rId12"/>
            </p:custDataLst>
          </p:nvPr>
        </p:nvSpPr>
        <p:spPr>
          <a:xfrm>
            <a:off x="5997575" y="1231265"/>
            <a:ext cx="175260" cy="175260"/>
          </a:xfrm>
          <a:prstGeom prst="star5">
            <a:avLst>
              <a:gd name="adj" fmla="val 33598"/>
              <a:gd name="hf" fmla="val 105146"/>
              <a:gd name="vf" fmla="val 110557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思源宋体 CN Medium" panose="02020500000000000000" charset="-122"/>
              <a:sym typeface="+mn-ea"/>
            </a:endParaRPr>
          </a:p>
        </p:txBody>
      </p:sp>
      <p:sp>
        <p:nvSpPr>
          <p:cNvPr id="28" name="五角星 27"/>
          <p:cNvSpPr/>
          <p:nvPr userDrawn="1">
            <p:custDataLst>
              <p:tags r:id="rId13"/>
            </p:custDataLst>
          </p:nvPr>
        </p:nvSpPr>
        <p:spPr>
          <a:xfrm>
            <a:off x="6486525" y="1231265"/>
            <a:ext cx="175260" cy="175260"/>
          </a:xfrm>
          <a:prstGeom prst="star5">
            <a:avLst>
              <a:gd name="adj" fmla="val 33598"/>
              <a:gd name="hf" fmla="val 105146"/>
              <a:gd name="vf" fmla="val 110557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思源宋体 CN Medium" panose="02020500000000000000" charset="-122"/>
              <a:sym typeface="+mn-ea"/>
            </a:endParaRPr>
          </a:p>
        </p:txBody>
      </p:sp>
      <p:sp>
        <p:nvSpPr>
          <p:cNvPr id="29" name="五角星 28"/>
          <p:cNvSpPr/>
          <p:nvPr userDrawn="1">
            <p:custDataLst>
              <p:tags r:id="rId14"/>
            </p:custDataLst>
          </p:nvPr>
        </p:nvSpPr>
        <p:spPr>
          <a:xfrm>
            <a:off x="6974840" y="1231265"/>
            <a:ext cx="175260" cy="175260"/>
          </a:xfrm>
          <a:prstGeom prst="star5">
            <a:avLst>
              <a:gd name="adj" fmla="val 33598"/>
              <a:gd name="hf" fmla="val 105146"/>
              <a:gd name="vf" fmla="val 1105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思源宋体 CN Medium" panose="02020500000000000000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" descr="C:\Users\wps\Downloads\1x\资源 6国庆.jpg资源 6国庆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 flipH="1">
            <a:off x="0" y="8255"/>
            <a:ext cx="12175490" cy="6849745"/>
          </a:xfrm>
          <a:prstGeom prst="rect">
            <a:avLst/>
          </a:prstGeom>
        </p:spPr>
      </p:pic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" name="矩形 2"/>
          <p:cNvSpPr/>
          <p:nvPr userDrawn="1">
            <p:custDataLst>
              <p:tags r:id="rId7"/>
            </p:custDataLst>
          </p:nvPr>
        </p:nvSpPr>
        <p:spPr>
          <a:xfrm rot="16200000">
            <a:off x="3455035" y="-1882775"/>
            <a:ext cx="6853555" cy="10620375"/>
          </a:xfrm>
          <a:prstGeom prst="rect">
            <a:avLst/>
          </a:prstGeom>
          <a:gradFill>
            <a:gsLst>
              <a:gs pos="83000">
                <a:srgbClr val="CA0000">
                  <a:alpha val="100000"/>
                </a:srgbClr>
              </a:gs>
              <a:gs pos="16000">
                <a:srgbClr val="CA0000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695643" y="1343075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6000" b="0">
                <a:gradFill>
                  <a:gsLst>
                    <a:gs pos="67000">
                      <a:schemeClr val="accent2">
                        <a:lumMod val="60000"/>
                        <a:lumOff val="40000"/>
                      </a:schemeClr>
                    </a:gs>
                    <a:gs pos="0">
                      <a:srgbClr val="FFFFFF"/>
                    </a:gs>
                  </a:gsLst>
                  <a:lin ang="16800000" scaled="0"/>
                </a:gra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3" descr="C:\Users\wps\Downloads\1x\资源 2国庆.jpg资源 2国庆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b="1609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526400" y="2448000"/>
            <a:ext cx="9144000" cy="1152000"/>
          </a:xfrm>
        </p:spPr>
        <p:txBody>
          <a:bodyPr wrap="square" anchor="b">
            <a:normAutofit/>
          </a:bodyPr>
          <a:lstStyle>
            <a:lvl1pPr algn="ctr">
              <a:defRPr sz="5400" b="0">
                <a:gradFill>
                  <a:gsLst>
                    <a:gs pos="67000">
                      <a:schemeClr val="accent2">
                        <a:lumMod val="40000"/>
                        <a:lumOff val="60000"/>
                      </a:schemeClr>
                    </a:gs>
                    <a:gs pos="0">
                      <a:srgbClr val="FFFFFF"/>
                    </a:gs>
                  </a:gsLst>
                  <a:lin ang="168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1526400" y="3708000"/>
            <a:ext cx="9144000" cy="936000"/>
          </a:xfrm>
        </p:spPr>
        <p:txBody>
          <a:bodyPr wrap="square">
            <a:normAutofit/>
          </a:bodyPr>
          <a:lstStyle>
            <a:lvl1pPr marL="0" indent="0" algn="ctr">
              <a:buNone/>
              <a:defRPr sz="2400" b="0">
                <a:gradFill>
                  <a:gsLst>
                    <a:gs pos="67000">
                      <a:schemeClr val="accent2">
                        <a:lumMod val="60000"/>
                        <a:lumOff val="40000"/>
                      </a:schemeClr>
                    </a:gs>
                    <a:gs pos="0">
                      <a:srgbClr val="FFFFFF"/>
                    </a:gs>
                  </a:gsLst>
                  <a:lin ang="16800000" scaled="0"/>
                </a:gra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524000" y="1162800"/>
            <a:ext cx="9144000" cy="1224000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6000" b="0">
                <a:gradFill>
                  <a:gsLst>
                    <a:gs pos="67000">
                      <a:schemeClr val="accent2">
                        <a:lumMod val="60000"/>
                        <a:lumOff val="40000"/>
                      </a:schemeClr>
                    </a:gs>
                    <a:gs pos="0">
                      <a:srgbClr val="FFFFFF"/>
                    </a:gs>
                  </a:gsLst>
                  <a:lin ang="16800000" scaled="0"/>
                </a:gra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3" descr="C:\Users\wps\Downloads\1x\资源 3国庆.jpg资源 3国庆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89460" cy="6857365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838200" y="2245360"/>
            <a:ext cx="10515600" cy="1210945"/>
          </a:xfrm>
        </p:spPr>
        <p:txBody>
          <a:bodyPr wrap="square" anchor="ctr">
            <a:normAutofit/>
          </a:bodyPr>
          <a:lstStyle>
            <a:lvl1pPr algn="ctr">
              <a:lnSpc>
                <a:spcPct val="100000"/>
              </a:lnSpc>
              <a:defRPr sz="6000" b="0">
                <a:gradFill>
                  <a:gsLst>
                    <a:gs pos="67000">
                      <a:schemeClr val="accent2">
                        <a:lumMod val="40000"/>
                        <a:lumOff val="60000"/>
                      </a:schemeClr>
                    </a:gs>
                    <a:gs pos="0">
                      <a:srgbClr val="FFFFFF"/>
                    </a:gs>
                  </a:gsLst>
                  <a:lin ang="168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日期时间占位符 7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4656000" y="16622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gradFill>
                  <a:gsLst>
                    <a:gs pos="67000">
                      <a:schemeClr val="accent2">
                        <a:lumMod val="60000"/>
                        <a:lumOff val="40000"/>
                      </a:schemeClr>
                    </a:gs>
                    <a:gs pos="0">
                      <a:srgbClr val="FFFFFF"/>
                    </a:gs>
                  </a:gsLst>
                  <a:lin ang="16800000" scaled="0"/>
                </a:gradFill>
              </a:defRPr>
            </a:lvl1pPr>
          </a:lstStyle>
          <a:p>
            <a:pPr lvl="0"/>
            <a:r>
              <a:rPr lang="zh-CN" altLang="en-US" dirty="0"/>
              <a:t>日期时间</a:t>
            </a:r>
            <a:endParaRPr lang="zh-CN" altLang="en-US" dirty="0"/>
          </a:p>
        </p:txBody>
      </p:sp>
      <p:sp>
        <p:nvSpPr>
          <p:cNvPr id="15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4655545" y="3629475"/>
            <a:ext cx="2880000" cy="5040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gradFill>
                  <a:gsLst>
                    <a:gs pos="67000">
                      <a:schemeClr val="accent2">
                        <a:lumMod val="60000"/>
                        <a:lumOff val="40000"/>
                      </a:schemeClr>
                    </a:gs>
                    <a:gs pos="0">
                      <a:srgbClr val="FFFFFF"/>
                    </a:gs>
                  </a:gsLst>
                  <a:lin ang="16800000" scaled="0"/>
                </a:gra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2" name="五角星 1"/>
          <p:cNvSpPr/>
          <p:nvPr userDrawn="1">
            <p:custDataLst>
              <p:tags r:id="rId10"/>
            </p:custDataLst>
          </p:nvPr>
        </p:nvSpPr>
        <p:spPr>
          <a:xfrm>
            <a:off x="5020310" y="1231265"/>
            <a:ext cx="175260" cy="175260"/>
          </a:xfrm>
          <a:prstGeom prst="star5">
            <a:avLst>
              <a:gd name="adj" fmla="val 33598"/>
              <a:gd name="hf" fmla="val 105146"/>
              <a:gd name="vf" fmla="val 110557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思源宋体 CN Medium" panose="02020500000000000000" charset="-122"/>
            </a:endParaRPr>
          </a:p>
        </p:txBody>
      </p:sp>
      <p:sp>
        <p:nvSpPr>
          <p:cNvPr id="3" name="五角星 6"/>
          <p:cNvSpPr/>
          <p:nvPr userDrawn="1">
            <p:custDataLst>
              <p:tags r:id="rId11"/>
            </p:custDataLst>
          </p:nvPr>
        </p:nvSpPr>
        <p:spPr>
          <a:xfrm>
            <a:off x="5509260" y="1231265"/>
            <a:ext cx="175260" cy="175260"/>
          </a:xfrm>
          <a:prstGeom prst="star5">
            <a:avLst>
              <a:gd name="adj" fmla="val 33598"/>
              <a:gd name="hf" fmla="val 105146"/>
              <a:gd name="vf" fmla="val 110557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思源宋体 CN Medium" panose="02020500000000000000" charset="-122"/>
              <a:sym typeface="+mn-ea"/>
            </a:endParaRPr>
          </a:p>
        </p:txBody>
      </p:sp>
      <p:sp>
        <p:nvSpPr>
          <p:cNvPr id="4" name="五角星 3"/>
          <p:cNvSpPr/>
          <p:nvPr userDrawn="1">
            <p:custDataLst>
              <p:tags r:id="rId12"/>
            </p:custDataLst>
          </p:nvPr>
        </p:nvSpPr>
        <p:spPr>
          <a:xfrm>
            <a:off x="5997575" y="1231265"/>
            <a:ext cx="175260" cy="175260"/>
          </a:xfrm>
          <a:prstGeom prst="star5">
            <a:avLst>
              <a:gd name="adj" fmla="val 33598"/>
              <a:gd name="hf" fmla="val 105146"/>
              <a:gd name="vf" fmla="val 110557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思源宋体 CN Medium" panose="02020500000000000000" charset="-122"/>
              <a:sym typeface="+mn-ea"/>
            </a:endParaRPr>
          </a:p>
        </p:txBody>
      </p:sp>
      <p:sp>
        <p:nvSpPr>
          <p:cNvPr id="5" name="五角星 4"/>
          <p:cNvSpPr/>
          <p:nvPr userDrawn="1">
            <p:custDataLst>
              <p:tags r:id="rId13"/>
            </p:custDataLst>
          </p:nvPr>
        </p:nvSpPr>
        <p:spPr>
          <a:xfrm>
            <a:off x="6486525" y="1231265"/>
            <a:ext cx="175260" cy="175260"/>
          </a:xfrm>
          <a:prstGeom prst="star5">
            <a:avLst>
              <a:gd name="adj" fmla="val 33598"/>
              <a:gd name="hf" fmla="val 105146"/>
              <a:gd name="vf" fmla="val 110557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思源宋体 CN Medium" panose="02020500000000000000" charset="-122"/>
              <a:sym typeface="+mn-ea"/>
            </a:endParaRPr>
          </a:p>
        </p:txBody>
      </p:sp>
      <p:sp>
        <p:nvSpPr>
          <p:cNvPr id="6" name="五角星 5"/>
          <p:cNvSpPr/>
          <p:nvPr userDrawn="1">
            <p:custDataLst>
              <p:tags r:id="rId14"/>
            </p:custDataLst>
          </p:nvPr>
        </p:nvSpPr>
        <p:spPr>
          <a:xfrm>
            <a:off x="6974840" y="1231265"/>
            <a:ext cx="175260" cy="175260"/>
          </a:xfrm>
          <a:prstGeom prst="star5">
            <a:avLst>
              <a:gd name="adj" fmla="val 33598"/>
              <a:gd name="hf" fmla="val 105146"/>
              <a:gd name="vf" fmla="val 1105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思源宋体 CN Medium" panose="02020500000000000000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tags" Target="../tags/tag82.xml"/><Relationship Id="rId21" Type="http://schemas.openxmlformats.org/officeDocument/2006/relationships/tags" Target="../tags/tag81.xml"/><Relationship Id="rId20" Type="http://schemas.openxmlformats.org/officeDocument/2006/relationships/tags" Target="../tags/tag80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image" Target="../media/image4.png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1365" cy="6721475"/>
          </a:xfrm>
          <a:prstGeom prst="rect">
            <a:avLst/>
          </a:prstGeom>
          <a:solidFill>
            <a:srgbClr val="C6020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8" name="圆角矩形 7"/>
          <p:cNvSpPr/>
          <p:nvPr userDrawn="1">
            <p:custDataLst>
              <p:tags r:id="rId13"/>
            </p:custDataLst>
          </p:nvPr>
        </p:nvSpPr>
        <p:spPr>
          <a:xfrm>
            <a:off x="154305" y="158115"/>
            <a:ext cx="11883390" cy="6699885"/>
          </a:xfrm>
          <a:prstGeom prst="roundRect">
            <a:avLst>
              <a:gd name="adj" fmla="val 3563"/>
            </a:avLst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1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5"/>
          <a:srcRect l="57411" t="73750" r="5708"/>
          <a:stretch>
            <a:fillRect/>
          </a:stretch>
        </p:blipFill>
        <p:spPr>
          <a:xfrm>
            <a:off x="4521200" y="6176010"/>
            <a:ext cx="7670800" cy="681990"/>
          </a:xfrm>
          <a:prstGeom prst="rect">
            <a:avLst/>
          </a:prstGeom>
        </p:spPr>
      </p:pic>
      <p:pic>
        <p:nvPicPr>
          <p:cNvPr id="11" name="图片 10" descr="1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5"/>
          <a:srcRect l="57411" t="73750" r="5708"/>
          <a:stretch>
            <a:fillRect/>
          </a:stretch>
        </p:blipFill>
        <p:spPr>
          <a:xfrm flipH="1">
            <a:off x="0" y="6176010"/>
            <a:ext cx="8153400" cy="68199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89.xml"/><Relationship Id="rId5" Type="http://schemas.openxmlformats.org/officeDocument/2006/relationships/image" Target="../media/image5.png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0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95.xml"/><Relationship Id="rId4" Type="http://schemas.openxmlformats.org/officeDocument/2006/relationships/image" Target="../media/image8.png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99.xml"/><Relationship Id="rId4" Type="http://schemas.openxmlformats.org/officeDocument/2006/relationships/image" Target="../media/image9.png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03.xml"/><Relationship Id="rId4" Type="http://schemas.openxmlformats.org/officeDocument/2006/relationships/image" Target="../media/image10.png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07.xml"/><Relationship Id="rId4" Type="http://schemas.openxmlformats.org/officeDocument/2006/relationships/image" Target="../media/image11.png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1.xml"/><Relationship Id="rId4" Type="http://schemas.openxmlformats.org/officeDocument/2006/relationships/image" Target="../media/image12.png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5.xml"/><Relationship Id="rId4" Type="http://schemas.openxmlformats.org/officeDocument/2006/relationships/image" Target="../media/image13.png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9.xml"/><Relationship Id="rId4" Type="http://schemas.openxmlformats.org/officeDocument/2006/relationships/image" Target="../media/image14.png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3.xml"/><Relationship Id="rId4" Type="http://schemas.openxmlformats.org/officeDocument/2006/relationships/image" Target="../media/image15.png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7.xml"/><Relationship Id="rId4" Type="http://schemas.openxmlformats.org/officeDocument/2006/relationships/image" Target="../media/image16.png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1.xml"/><Relationship Id="rId4" Type="http://schemas.openxmlformats.org/officeDocument/2006/relationships/image" Target="../media/image17.png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5.xml"/><Relationship Id="rId4" Type="http://schemas.openxmlformats.org/officeDocument/2006/relationships/image" Target="../media/image18.png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9.xml"/><Relationship Id="rId4" Type="http://schemas.openxmlformats.org/officeDocument/2006/relationships/image" Target="../media/image19.png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43.xml"/><Relationship Id="rId4" Type="http://schemas.openxmlformats.org/officeDocument/2006/relationships/image" Target="../media/image20.png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47.xml"/><Relationship Id="rId4" Type="http://schemas.openxmlformats.org/officeDocument/2006/relationships/image" Target="../media/image21.png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51.xml"/><Relationship Id="rId4" Type="http://schemas.openxmlformats.org/officeDocument/2006/relationships/image" Target="../media/image22.png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55.xml"/><Relationship Id="rId4" Type="http://schemas.openxmlformats.org/officeDocument/2006/relationships/image" Target="../media/image23.png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59.xml"/><Relationship Id="rId4" Type="http://schemas.openxmlformats.org/officeDocument/2006/relationships/image" Target="../media/image24.png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63.xml"/><Relationship Id="rId4" Type="http://schemas.openxmlformats.org/officeDocument/2006/relationships/image" Target="../media/image25.png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67.xml"/><Relationship Id="rId4" Type="http://schemas.openxmlformats.org/officeDocument/2006/relationships/image" Target="../media/image26.png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71.xml"/><Relationship Id="rId4" Type="http://schemas.openxmlformats.org/officeDocument/2006/relationships/image" Target="../media/image27.png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75.xml"/><Relationship Id="rId4" Type="http://schemas.openxmlformats.org/officeDocument/2006/relationships/image" Target="../media/image28.png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79.xml"/><Relationship Id="rId4" Type="http://schemas.openxmlformats.org/officeDocument/2006/relationships/image" Target="../media/image29.png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83.xml"/><Relationship Id="rId4" Type="http://schemas.openxmlformats.org/officeDocument/2006/relationships/image" Target="../media/image30.png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tags" Target="../tags/tag180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87.xml"/><Relationship Id="rId4" Type="http://schemas.openxmlformats.org/officeDocument/2006/relationships/image" Target="../media/image31.png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tags" Target="../tags/tag184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91.xml"/><Relationship Id="rId4" Type="http://schemas.openxmlformats.org/officeDocument/2006/relationships/image" Target="../media/image32.png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" Type="http://schemas.openxmlformats.org/officeDocument/2006/relationships/tags" Target="../tags/tag188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95.xml"/><Relationship Id="rId4" Type="http://schemas.openxmlformats.org/officeDocument/2006/relationships/image" Target="../media/image33.png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" Type="http://schemas.openxmlformats.org/officeDocument/2006/relationships/tags" Target="../tags/tag192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99.xml"/><Relationship Id="rId4" Type="http://schemas.openxmlformats.org/officeDocument/2006/relationships/image" Target="../media/image34.png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tags" Target="../tags/tag196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03.xml"/><Relationship Id="rId4" Type="http://schemas.openxmlformats.org/officeDocument/2006/relationships/image" Target="../media/image35.png"/><Relationship Id="rId3" Type="http://schemas.openxmlformats.org/officeDocument/2006/relationships/tags" Target="../tags/tag202.xml"/><Relationship Id="rId2" Type="http://schemas.openxmlformats.org/officeDocument/2006/relationships/tags" Target="../tags/tag201.xml"/><Relationship Id="rId1" Type="http://schemas.openxmlformats.org/officeDocument/2006/relationships/tags" Target="../tags/tag200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07.xml"/><Relationship Id="rId4" Type="http://schemas.openxmlformats.org/officeDocument/2006/relationships/image" Target="../media/image36.png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" Type="http://schemas.openxmlformats.org/officeDocument/2006/relationships/tags" Target="../tags/tag204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11.xml"/><Relationship Id="rId4" Type="http://schemas.openxmlformats.org/officeDocument/2006/relationships/image" Target="../media/image37.png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" Type="http://schemas.openxmlformats.org/officeDocument/2006/relationships/tags" Target="../tags/tag208.xml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15.xml"/><Relationship Id="rId4" Type="http://schemas.openxmlformats.org/officeDocument/2006/relationships/image" Target="../media/image38.png"/><Relationship Id="rId3" Type="http://schemas.openxmlformats.org/officeDocument/2006/relationships/tags" Target="../tags/tag214.xml"/><Relationship Id="rId2" Type="http://schemas.openxmlformats.org/officeDocument/2006/relationships/tags" Target="../tags/tag213.xml"/><Relationship Id="rId1" Type="http://schemas.openxmlformats.org/officeDocument/2006/relationships/tags" Target="../tags/tag212.xml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19.xml"/><Relationship Id="rId4" Type="http://schemas.openxmlformats.org/officeDocument/2006/relationships/image" Target="../media/image39.png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" Type="http://schemas.openxmlformats.org/officeDocument/2006/relationships/tags" Target="../tags/tag216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23.xml"/><Relationship Id="rId4" Type="http://schemas.openxmlformats.org/officeDocument/2006/relationships/image" Target="../media/image40.png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" Type="http://schemas.openxmlformats.org/officeDocument/2006/relationships/tags" Target="../tags/tag220.xml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27.xml"/><Relationship Id="rId4" Type="http://schemas.openxmlformats.org/officeDocument/2006/relationships/image" Target="../media/image41.png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" Type="http://schemas.openxmlformats.org/officeDocument/2006/relationships/tags" Target="../tags/tag224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31.xml"/><Relationship Id="rId4" Type="http://schemas.openxmlformats.org/officeDocument/2006/relationships/image" Target="../media/image42.png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" Type="http://schemas.openxmlformats.org/officeDocument/2006/relationships/tags" Target="../tags/tag228.xml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35.xml"/><Relationship Id="rId4" Type="http://schemas.openxmlformats.org/officeDocument/2006/relationships/image" Target="../media/image43.png"/><Relationship Id="rId3" Type="http://schemas.openxmlformats.org/officeDocument/2006/relationships/tags" Target="../tags/tag234.xml"/><Relationship Id="rId2" Type="http://schemas.openxmlformats.org/officeDocument/2006/relationships/tags" Target="../tags/tag233.xml"/><Relationship Id="rId1" Type="http://schemas.openxmlformats.org/officeDocument/2006/relationships/tags" Target="../tags/tag232.xml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39.xml"/><Relationship Id="rId4" Type="http://schemas.openxmlformats.org/officeDocument/2006/relationships/image" Target="../media/image44.png"/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" Type="http://schemas.openxmlformats.org/officeDocument/2006/relationships/tags" Target="../tags/tag236.xml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43.xml"/><Relationship Id="rId4" Type="http://schemas.openxmlformats.org/officeDocument/2006/relationships/image" Target="../media/image45.png"/><Relationship Id="rId3" Type="http://schemas.openxmlformats.org/officeDocument/2006/relationships/tags" Target="../tags/tag242.xml"/><Relationship Id="rId2" Type="http://schemas.openxmlformats.org/officeDocument/2006/relationships/tags" Target="../tags/tag241.xml"/><Relationship Id="rId1" Type="http://schemas.openxmlformats.org/officeDocument/2006/relationships/tags" Target="../tags/tag240.xml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47.xml"/><Relationship Id="rId4" Type="http://schemas.openxmlformats.org/officeDocument/2006/relationships/image" Target="../media/image46.png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" Type="http://schemas.openxmlformats.org/officeDocument/2006/relationships/tags" Target="../tags/tag244.xml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51.xml"/><Relationship Id="rId4" Type="http://schemas.openxmlformats.org/officeDocument/2006/relationships/image" Target="../media/image47.png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tags" Target="../tags/tag248.xml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55.xml"/><Relationship Id="rId4" Type="http://schemas.openxmlformats.org/officeDocument/2006/relationships/image" Target="../media/image48.png"/><Relationship Id="rId3" Type="http://schemas.openxmlformats.org/officeDocument/2006/relationships/tags" Target="../tags/tag254.xml"/><Relationship Id="rId2" Type="http://schemas.openxmlformats.org/officeDocument/2006/relationships/tags" Target="../tags/tag253.xml"/><Relationship Id="rId1" Type="http://schemas.openxmlformats.org/officeDocument/2006/relationships/tags" Target="../tags/tag252.xml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59.xml"/><Relationship Id="rId4" Type="http://schemas.openxmlformats.org/officeDocument/2006/relationships/image" Target="../media/image49.png"/><Relationship Id="rId3" Type="http://schemas.openxmlformats.org/officeDocument/2006/relationships/tags" Target="../tags/tag258.xml"/><Relationship Id="rId2" Type="http://schemas.openxmlformats.org/officeDocument/2006/relationships/tags" Target="../tags/tag257.xml"/><Relationship Id="rId1" Type="http://schemas.openxmlformats.org/officeDocument/2006/relationships/tags" Target="../tags/tag256.xml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63.xml"/><Relationship Id="rId4" Type="http://schemas.openxmlformats.org/officeDocument/2006/relationships/image" Target="../media/image50.png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" Type="http://schemas.openxmlformats.org/officeDocument/2006/relationships/tags" Target="../tags/tag260.xml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67.xml"/><Relationship Id="rId4" Type="http://schemas.openxmlformats.org/officeDocument/2006/relationships/image" Target="../media/image51.png"/><Relationship Id="rId3" Type="http://schemas.openxmlformats.org/officeDocument/2006/relationships/tags" Target="../tags/tag266.xml"/><Relationship Id="rId2" Type="http://schemas.openxmlformats.org/officeDocument/2006/relationships/tags" Target="../tags/tag265.xml"/><Relationship Id="rId1" Type="http://schemas.openxmlformats.org/officeDocument/2006/relationships/tags" Target="../tags/tag264.xml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71.xml"/><Relationship Id="rId4" Type="http://schemas.openxmlformats.org/officeDocument/2006/relationships/image" Target="../media/image52.png"/><Relationship Id="rId3" Type="http://schemas.openxmlformats.org/officeDocument/2006/relationships/tags" Target="../tags/tag270.xml"/><Relationship Id="rId2" Type="http://schemas.openxmlformats.org/officeDocument/2006/relationships/tags" Target="../tags/tag269.xml"/><Relationship Id="rId1" Type="http://schemas.openxmlformats.org/officeDocument/2006/relationships/tags" Target="../tags/tag268.xml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75.xml"/><Relationship Id="rId4" Type="http://schemas.openxmlformats.org/officeDocument/2006/relationships/image" Target="../media/image53.png"/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" Type="http://schemas.openxmlformats.org/officeDocument/2006/relationships/tags" Target="../tags/tag272.xml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79.xml"/><Relationship Id="rId4" Type="http://schemas.openxmlformats.org/officeDocument/2006/relationships/image" Target="../media/image54.png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tags" Target="../tags/tag276.xml"/></Relationships>
</file>

<file path=ppt/slides/_rels/slide5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83.xml"/><Relationship Id="rId4" Type="http://schemas.openxmlformats.org/officeDocument/2006/relationships/image" Target="../media/image55.png"/><Relationship Id="rId3" Type="http://schemas.openxmlformats.org/officeDocument/2006/relationships/tags" Target="../tags/tag282.xml"/><Relationship Id="rId2" Type="http://schemas.openxmlformats.org/officeDocument/2006/relationships/tags" Target="../tags/tag281.xml"/><Relationship Id="rId1" Type="http://schemas.openxmlformats.org/officeDocument/2006/relationships/tags" Target="../tags/tag28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85.xml"/><Relationship Id="rId1" Type="http://schemas.openxmlformats.org/officeDocument/2006/relationships/tags" Target="../tags/tag2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信息收集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6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2000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5"/>
            <a:ext cx="12192000" cy="685673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635"/>
            <a:ext cx="12192000" cy="68573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635"/>
            <a:ext cx="12191365" cy="685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5" y="-635"/>
            <a:ext cx="12192635" cy="68592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35"/>
            <a:ext cx="12192000" cy="68592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5" y="635"/>
            <a:ext cx="12192635" cy="68573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35"/>
            <a:ext cx="12191365" cy="68592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635"/>
            <a:ext cx="12191365" cy="685673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-635"/>
            <a:ext cx="12191365" cy="68586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-635"/>
            <a:ext cx="12191365" cy="68586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68573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68586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-635"/>
            <a:ext cx="12191365" cy="678878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-65405"/>
            <a:ext cx="12191365" cy="69227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35"/>
            <a:ext cx="12191365" cy="685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635"/>
            <a:ext cx="12191365" cy="685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35"/>
            <a:ext cx="12191365" cy="68592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35"/>
            <a:ext cx="12191365" cy="68586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68573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68573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68586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635"/>
            <a:ext cx="12191365" cy="685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68586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-635"/>
            <a:ext cx="12192000" cy="68586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68573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-635"/>
            <a:ext cx="12191365" cy="68586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35"/>
            <a:ext cx="12192000" cy="68592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-635"/>
            <a:ext cx="12191365" cy="68586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635"/>
            <a:ext cx="12191365" cy="68573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-635"/>
            <a:ext cx="12192000" cy="68586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感谢观看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1*i*1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8.xml><?xml version="1.0" encoding="utf-8"?>
<p:tagLst xmlns:p="http://schemas.openxmlformats.org/presentationml/2006/main">
  <p:tag name="LAYOUTZORDER" val="7"/>
  <p:tag name="KSO_WM_UNIT_TYPE" val="i"/>
  <p:tag name="KSO_WM_UNIT_ID" val="_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9.xml><?xml version="1.0" encoding="utf-8"?>
<p:tagLst xmlns:p="http://schemas.openxmlformats.org/presentationml/2006/main">
  <p:tag name="LAYOUTZORDER" val="8"/>
  <p:tag name="KSO_WM_UNIT_TYPE" val="i"/>
  <p:tag name="KSO_WM_UNIT_ID" val="_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0.xml><?xml version="1.0" encoding="utf-8"?>
<p:tagLst xmlns:p="http://schemas.openxmlformats.org/presentationml/2006/main">
  <p:tag name="LAYOUTZORDER" val="9"/>
  <p:tag name="KSO_WM_UNIT_TYPE" val="i"/>
  <p:tag name="KSO_WM_UNIT_ID" val="_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1.xml><?xml version="1.0" encoding="utf-8"?>
<p:tagLst xmlns:p="http://schemas.openxmlformats.org/presentationml/2006/main">
  <p:tag name="LAYOUTZORDER" val="10"/>
  <p:tag name="KSO_WM_UNIT_TYPE" val="i"/>
  <p:tag name="KSO_WM_UNIT_ID" val="_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2.xml><?xml version="1.0" encoding="utf-8"?>
<p:tagLst xmlns:p="http://schemas.openxmlformats.org/presentationml/2006/main">
  <p:tag name="LAYOUTZORDER" val="11"/>
  <p:tag name="KSO_WM_UNIT_TYPE" val="i"/>
  <p:tag name="KSO_WM_UNIT_ID" val="_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5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SCONTENTSTITLE" val="1"/>
  <p:tag name="LAYOUTZORDER" val="2"/>
  <p:tag name="KSO_WM_UNIT_ID" val="_3*i*1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4*i*1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b*1"/>
  <p:tag name="KSO_WM_UNIT_LAYERLEVEL" val="1"/>
  <p:tag name="KSO_WM_TAG_VERSION" val="3.0"/>
  <p:tag name="KSO_WM_BEAUTIFY_FLAG" val="#wm#"/>
  <p:tag name="KSO_WM_UNIT_PRESET_TEXT" val="单击此处编辑副标题"/>
  <p:tag name="KSO_WM_UNIT_NOCLEAR" val="0"/>
  <p:tag name="KSO_WM_UNIT_TYPE" val="b"/>
  <p:tag name="KSO_WM_UNIT_INDEX" val="1"/>
  <p:tag name="KSO_WM_UNIT_ISCONTENTSTITLE" val="0"/>
  <p:tag name="KSO_WM_UNIT_ISNUMDGMTITLE" val="0"/>
  <p:tag name="KSO_WM_UNIT_VALUE" val="35"/>
</p:tagLst>
</file>

<file path=ppt/tags/tag2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5"/>
  <p:tag name="KSO_WM_UNIT_VALUE" val="160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TEXT_LAYER_COUNT" val="5"/>
  <p:tag name="KSO_WM_UNIT_VALUE" val="160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TEXT_LAYER_COUNT" val="5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TEXT_LAYER_COUNT" val="5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TEXT_LAYER_COUNT" val="5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6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11*i*1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68.xml><?xml version="1.0" encoding="utf-8"?>
<p:tagLst xmlns:p="http://schemas.openxmlformats.org/presentationml/2006/main">
  <p:tag name="LAYOUTZORDER" val="7"/>
  <p:tag name="KSO_WM_UNIT_TYPE" val="i"/>
  <p:tag name="KSO_WM_UNIT_ID" val="_1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69.xml><?xml version="1.0" encoding="utf-8"?>
<p:tagLst xmlns:p="http://schemas.openxmlformats.org/presentationml/2006/main">
  <p:tag name="LAYOUTZORDER" val="8"/>
  <p:tag name="KSO_WM_UNIT_TYPE" val="i"/>
  <p:tag name="KSO_WM_UNIT_ID" val="_1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70.xml><?xml version="1.0" encoding="utf-8"?>
<p:tagLst xmlns:p="http://schemas.openxmlformats.org/presentationml/2006/main">
  <p:tag name="LAYOUTZORDER" val="9"/>
  <p:tag name="KSO_WM_UNIT_TYPE" val="i"/>
  <p:tag name="KSO_WM_UNIT_ID" val="_1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71.xml><?xml version="1.0" encoding="utf-8"?>
<p:tagLst xmlns:p="http://schemas.openxmlformats.org/presentationml/2006/main">
  <p:tag name="LAYOUTZORDER" val="10"/>
  <p:tag name="KSO_WM_UNIT_TYPE" val="i"/>
  <p:tag name="KSO_WM_UNIT_ID" val="_1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72.xml><?xml version="1.0" encoding="utf-8"?>
<p:tagLst xmlns:p="http://schemas.openxmlformats.org/presentationml/2006/main">
  <p:tag name="LAYOUTZORDER" val="11"/>
  <p:tag name="KSO_WM_UNIT_TYPE" val="i"/>
  <p:tag name="KSO_WM_UNIT_ID" val="_1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30"/>
  <p:tag name="KSO_WM_TEMPLATE_CATEGORY" val="custom"/>
  <p:tag name="KSO_WM_TEMPLATE_INDEX" val="40495055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TEXT_LAYER_COUNT" val="5"/>
  <p:tag name="KSO_WM_UNIT_VALUE" val="350"/>
  <p:tag name="KSO_WM_TEMPLATE_CATEGORY" val="custom"/>
  <p:tag name="KSO_WM_TEMPLATE_INDEX" val="40495055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40495055"/>
  <p:tag name="KSO_WM_TEMPLATE_THUMBS_INDEX" val="1、9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TEMPLATE_CATEGORY" val="custom"/>
  <p:tag name="KSO_WM_TEMPLATE_INDEX" val="40495055"/>
  <p:tag name="KSO_WM_UNIT_LAYERLEVEL" val="1"/>
  <p:tag name="KSO_WM_TAG_VERSION" val="3.0"/>
  <p:tag name="KSO_WM_BEAUTIFY_FLAG" val="#wm#"/>
  <p:tag name="KSO_WM_UNIT_TEXT_TYPE" val="1"/>
  <p:tag name="KSO_WM_UNIT_PRESET_TEXT" val="单击此处编辑母版标题样式"/>
</p:tagLst>
</file>

<file path=ppt/tags/tag84.xml><?xml version="1.0" encoding="utf-8"?>
<p:tagLst xmlns:p="http://schemas.openxmlformats.org/presentationml/2006/main">
  <p:tag name="KSO_WM_SLIDE_ID" val="custom40495055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5055"/>
  <p:tag name="KSO_WM_SLIDE_LAYOUT" val="a_f"/>
  <p:tag name="KSO_WM_SLIDE_LAYOUT_CNT" val="1_2"/>
  <p:tag name="KSO_WM_SLIDE_TYPE" val="title"/>
  <p:tag name="KSO_WM_SLIDE_SUBTYPE" val="pureTxt"/>
  <p:tag name="KSO_WM_TEMPLATE_THUMBS_INDEX" val="1、9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88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  <p:tag name="KSO_WM_SLIDE_TYPE" val="text"/>
  <p:tag name="KSO_WM_SLIDE_ID" val="custom4049505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4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5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6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6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7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7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7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8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8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9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9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9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0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0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1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1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1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2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2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3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3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3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4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4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5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5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5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6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6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7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7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7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8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55"/>
</p:tagLst>
</file>

<file path=ppt/tags/tag2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TEMPLATE_CATEGORY" val="custom"/>
  <p:tag name="KSO_WM_TEMPLATE_INDEX" val="40495055"/>
  <p:tag name="KSO_WM_UNIT_LAYERLEVEL" val="1"/>
  <p:tag name="KSO_WM_TAG_VERSION" val="3.0"/>
  <p:tag name="KSO_WM_BEAUTIFY_FLAG" val="#wm#"/>
  <p:tag name="KSO_WM_UNIT_PRESET_TEXT" val="单击此处编辑母版标题样式"/>
</p:tagLst>
</file>

<file path=ppt/tags/tag285.xml><?xml version="1.0" encoding="utf-8"?>
<p:tagLst xmlns:p="http://schemas.openxmlformats.org/presentationml/2006/main">
  <p:tag name="KSO_WM_SLIDE_ID" val="custom40495055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40495055"/>
  <p:tag name="KSO_WM_SLIDE_TYPE" val="endPage"/>
  <p:tag name="KSO_WM_SLIDE_SUBTYPE" val="pureTxt"/>
  <p:tag name="KSO_WM_SLIDE_LAYOUT" val="a_f"/>
  <p:tag name="KSO_WM_SLIDE_LAYOUT_CNT" val="1_2"/>
</p:tagLst>
</file>

<file path=ppt/theme/theme1.xml><?xml version="1.0" encoding="utf-8"?>
<a:theme xmlns:a="http://schemas.openxmlformats.org/drawingml/2006/main" name="党政党建年终汇报">
  <a:themeElements>
    <a:clrScheme name="自定义 26">
      <a:dk1>
        <a:srgbClr val="000000"/>
      </a:dk1>
      <a:lt1>
        <a:srgbClr val="FFFFFF"/>
      </a:lt1>
      <a:dk2>
        <a:srgbClr val="250505"/>
      </a:dk2>
      <a:lt2>
        <a:srgbClr val="FFF5E9"/>
      </a:lt2>
      <a:accent1>
        <a:srgbClr val="F84848"/>
      </a:accent1>
      <a:accent2>
        <a:srgbClr val="E9C909"/>
      </a:accent2>
      <a:accent3>
        <a:srgbClr val="FE900B"/>
      </a:accent3>
      <a:accent4>
        <a:srgbClr val="EA7A2E"/>
      </a:accent4>
      <a:accent5>
        <a:srgbClr val="EEB30C"/>
      </a:accent5>
      <a:accent6>
        <a:srgbClr val="DF581B"/>
      </a:accent6>
      <a:hlink>
        <a:srgbClr val="4987FF"/>
      </a:hlink>
      <a:folHlink>
        <a:srgbClr val="B556DD"/>
      </a:folHlink>
    </a:clrScheme>
    <a:fontScheme name="自定义 19">
      <a:majorFont>
        <a:latin typeface="汉仪大宋简"/>
        <a:ea typeface="汉仪大宋简"/>
        <a:cs typeface=""/>
      </a:majorFont>
      <a:minorFont>
        <a:latin typeface="汉仪润圆-65简"/>
        <a:ea typeface="汉仪润圆-6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WPS 演示</Application>
  <PresentationFormat>宽屏</PresentationFormat>
  <Paragraphs>10</Paragraphs>
  <Slides>53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思源宋体 CN Medium</vt:lpstr>
      <vt:lpstr>汉仪润圆-65简</vt:lpstr>
      <vt:lpstr>汉仪大宋简</vt:lpstr>
      <vt:lpstr>党政党建年终汇报</vt:lpstr>
      <vt:lpstr>信息收集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t***n</cp:lastModifiedBy>
  <cp:revision>163</cp:revision>
  <dcterms:created xsi:type="dcterms:W3CDTF">2019-06-19T02:08:00Z</dcterms:created>
  <dcterms:modified xsi:type="dcterms:W3CDTF">2026-04-01T06:23:15Z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4E4263DC0264462D9C2B7D4350AFC0D8_11</vt:lpwstr>
  </property>
</Properties>
</file>