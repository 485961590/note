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1.jpe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jpeg"/><Relationship Id="rId2" Type="http://schemas.openxmlformats.org/officeDocument/2006/relationships/tags" Target="../tags/tag5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VCG21131000659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cxnSp>
        <p:nvCxnSpPr>
          <p:cNvPr id="8" name="直接连接符 5"/>
          <p:cNvCxnSpPr/>
          <p:nvPr userDrawn="1">
            <p:custDataLst>
              <p:tags r:id="rId4"/>
            </p:custDataLst>
          </p:nvPr>
        </p:nvCxnSpPr>
        <p:spPr>
          <a:xfrm rot="5400000" flipH="1" flipV="1">
            <a:off x="-379095" y="365379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6"/>
          <p:cNvSpPr/>
          <p:nvPr userDrawn="1">
            <p:custDataLst>
              <p:tags r:id="rId5"/>
            </p:custDataLst>
          </p:nvPr>
        </p:nvSpPr>
        <p:spPr>
          <a:xfrm flipH="1" flipV="1">
            <a:off x="2015490" y="113601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cxnSp>
        <p:nvCxnSpPr>
          <p:cNvPr id="20" name="直接连接符 19"/>
          <p:cNvCxnSpPr/>
          <p:nvPr userDrawn="1">
            <p:custDataLst>
              <p:tags r:id="rId6"/>
            </p:custDataLst>
          </p:nvPr>
        </p:nvCxnSpPr>
        <p:spPr>
          <a:xfrm rot="5400000" flipH="1" flipV="1">
            <a:off x="-1128395" y="418719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>
            <p:custDataLst>
              <p:tags r:id="rId7"/>
            </p:custDataLst>
          </p:nvPr>
        </p:nvSpPr>
        <p:spPr>
          <a:xfrm flipH="1" flipV="1">
            <a:off x="1266190" y="166941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838200" y="2892425"/>
            <a:ext cx="10515600" cy="1145540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100000"/>
              </a:lnSpc>
              <a:defRPr sz="60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838200" y="1788795"/>
            <a:ext cx="10515600" cy="871220"/>
          </a:xfrm>
        </p:spPr>
        <p:txBody>
          <a:bodyPr wrap="square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4656000" y="4271010"/>
            <a:ext cx="288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VCG21131000659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132387" y="8112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 dirty="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lt"/>
                <a:ea typeface="+mj-ea"/>
                <a:cs typeface="+mn-ea"/>
                <a:sym typeface="+mn-lt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VCG21131000659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1745" t="2102" r="11583" b="22138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91908" y="3089910"/>
            <a:ext cx="9608185" cy="10160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400" b="1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文本占位符 6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1291909" y="1657350"/>
            <a:ext cx="9608502" cy="1341120"/>
          </a:xfrm>
        </p:spPr>
        <p:txBody>
          <a:bodyPr wrap="none" anchor="b" anchorCtr="0"/>
          <a:lstStyle>
            <a:lvl1pPr marL="0" indent="0" algn="ctr">
              <a:buNone/>
              <a:defRPr sz="6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副标题 9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1292225" y="4204970"/>
            <a:ext cx="9608185" cy="645795"/>
          </a:xfrm>
        </p:spPr>
        <p:txBody>
          <a:bodyPr wrap="square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VCG21131000659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>
            <p:custDataLst>
              <p:tags r:id="rId4"/>
            </p:custDataLst>
          </p:nvPr>
        </p:nvCxnSpPr>
        <p:spPr>
          <a:xfrm rot="5400000" flipH="1" flipV="1">
            <a:off x="-379095" y="365379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 userDrawn="1">
            <p:custDataLst>
              <p:tags r:id="rId5"/>
            </p:custDataLst>
          </p:nvPr>
        </p:nvSpPr>
        <p:spPr>
          <a:xfrm flipH="1" flipV="1">
            <a:off x="2015490" y="113601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cxnSp>
        <p:nvCxnSpPr>
          <p:cNvPr id="17" name="直接连接符 16"/>
          <p:cNvCxnSpPr/>
          <p:nvPr userDrawn="1">
            <p:custDataLst>
              <p:tags r:id="rId6"/>
            </p:custDataLst>
          </p:nvPr>
        </p:nvCxnSpPr>
        <p:spPr>
          <a:xfrm rot="5400000" flipH="1" flipV="1">
            <a:off x="7391400" y="300863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 userDrawn="1">
            <p:custDataLst>
              <p:tags r:id="rId7"/>
            </p:custDataLst>
          </p:nvPr>
        </p:nvSpPr>
        <p:spPr>
          <a:xfrm flipH="1" flipV="1">
            <a:off x="9785985" y="49085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cxnSp>
        <p:nvCxnSpPr>
          <p:cNvPr id="20" name="直接连接符 19"/>
          <p:cNvCxnSpPr/>
          <p:nvPr userDrawn="1">
            <p:custDataLst>
              <p:tags r:id="rId8"/>
            </p:custDataLst>
          </p:nvPr>
        </p:nvCxnSpPr>
        <p:spPr>
          <a:xfrm rot="5400000" flipH="1" flipV="1">
            <a:off x="-1128395" y="4187190"/>
            <a:ext cx="4876165" cy="0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accent1"/>
                </a:gs>
              </a:gsLst>
              <a:lin ang="420000" scaled="1"/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 userDrawn="1">
            <p:custDataLst>
              <p:tags r:id="rId9"/>
            </p:custDataLst>
          </p:nvPr>
        </p:nvSpPr>
        <p:spPr>
          <a:xfrm flipH="1" flipV="1">
            <a:off x="1266190" y="1669415"/>
            <a:ext cx="88265" cy="800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汉仪大宋简" panose="02010600000101010101" charset="-122"/>
            </a:endParaRPr>
          </a:p>
        </p:txBody>
      </p:sp>
      <p:sp>
        <p:nvSpPr>
          <p:cNvPr id="2" name="标题 6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1346200" y="2592705"/>
            <a:ext cx="9439910" cy="1423035"/>
          </a:xfrm>
        </p:spPr>
        <p:txBody>
          <a:bodyPr wrap="square" anchor="t" anchorCtr="0">
            <a:normAutofit/>
          </a:bodyPr>
          <a:lstStyle>
            <a:lvl1pPr algn="ctr">
              <a:lnSpc>
                <a:spcPct val="100000"/>
              </a:lnSpc>
              <a:defRPr sz="6600">
                <a:gradFill>
                  <a:gsLst>
                    <a:gs pos="0">
                      <a:srgbClr val="FFFFFF"/>
                    </a:gs>
                    <a:gs pos="100000">
                      <a:schemeClr val="accent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日期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1346200" y="1734185"/>
            <a:ext cx="9439910" cy="747395"/>
          </a:xfrm>
        </p:spPr>
        <p:txBody>
          <a:bodyPr wrap="square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日期时间</a:t>
            </a:r>
            <a:endParaRPr lang="zh-CN" altLang="en-US" dirty="0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4656000" y="4149180"/>
            <a:ext cx="2880000" cy="5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90000" tIns="46800" rIns="90000" bIns="4680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9.xml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image" Target="../media/image2.jpeg"/><Relationship Id="rId12" Type="http://schemas.openxmlformats.org/officeDocument/2006/relationships/tags" Target="../tags/tag6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0VCG211310006599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alphaModFix amt="15000"/>
          </a:blip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/>
          <a:uFill>
            <a:solidFill>
              <a:prstClr val="black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3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4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5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6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7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9.xml"/><Relationship Id="rId3" Type="http://schemas.openxmlformats.org/officeDocument/2006/relationships/image" Target="../media/image8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9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10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11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12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13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image" Target="../media/image14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15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3.xml"/><Relationship Id="rId3" Type="http://schemas.openxmlformats.org/officeDocument/2006/relationships/image" Target="../media/image16.png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6.xml"/><Relationship Id="rId3" Type="http://schemas.openxmlformats.org/officeDocument/2006/relationships/image" Target="../media/image17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9.xml"/><Relationship Id="rId3" Type="http://schemas.openxmlformats.org/officeDocument/2006/relationships/image" Target="../media/image18.png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2.xml"/><Relationship Id="rId3" Type="http://schemas.openxmlformats.org/officeDocument/2006/relationships/image" Target="../media/image19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5.xml"/><Relationship Id="rId3" Type="http://schemas.openxmlformats.org/officeDocument/2006/relationships/image" Target="../media/image20.png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8.xml"/><Relationship Id="rId3" Type="http://schemas.openxmlformats.org/officeDocument/2006/relationships/image" Target="../media/image21.png"/><Relationship Id="rId2" Type="http://schemas.openxmlformats.org/officeDocument/2006/relationships/tags" Target="../tags/tag127.xml"/><Relationship Id="rId1" Type="http://schemas.openxmlformats.org/officeDocument/2006/relationships/tags" Target="../tags/tag126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1.xml"/><Relationship Id="rId3" Type="http://schemas.openxmlformats.org/officeDocument/2006/relationships/image" Target="../media/image22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4.xml"/><Relationship Id="rId3" Type="http://schemas.openxmlformats.org/officeDocument/2006/relationships/image" Target="../media/image23.png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7.xml"/><Relationship Id="rId3" Type="http://schemas.openxmlformats.org/officeDocument/2006/relationships/image" Target="../media/image24.png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0.xml"/><Relationship Id="rId3" Type="http://schemas.openxmlformats.org/officeDocument/2006/relationships/image" Target="../media/image25.png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3.xml"/><Relationship Id="rId3" Type="http://schemas.openxmlformats.org/officeDocument/2006/relationships/image" Target="../media/image26.png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6.xml"/><Relationship Id="rId3" Type="http://schemas.openxmlformats.org/officeDocument/2006/relationships/image" Target="../media/image27.png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9.xml"/><Relationship Id="rId3" Type="http://schemas.openxmlformats.org/officeDocument/2006/relationships/image" Target="../media/image28.png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2.xml"/><Relationship Id="rId3" Type="http://schemas.openxmlformats.org/officeDocument/2006/relationships/image" Target="../media/image29.png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5.xml"/><Relationship Id="rId3" Type="http://schemas.openxmlformats.org/officeDocument/2006/relationships/image" Target="../media/image30.png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8.xml"/><Relationship Id="rId3" Type="http://schemas.openxmlformats.org/officeDocument/2006/relationships/image" Target="../media/image31.png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1.xml"/><Relationship Id="rId3" Type="http://schemas.openxmlformats.org/officeDocument/2006/relationships/image" Target="../media/image32.png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4.xml"/><Relationship Id="rId3" Type="http://schemas.openxmlformats.org/officeDocument/2006/relationships/image" Target="../media/image33.png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7.xml"/><Relationship Id="rId3" Type="http://schemas.openxmlformats.org/officeDocument/2006/relationships/image" Target="../media/image34.png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0.xml"/><Relationship Id="rId3" Type="http://schemas.openxmlformats.org/officeDocument/2006/relationships/image" Target="../media/image35.png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3.xml"/><Relationship Id="rId3" Type="http://schemas.openxmlformats.org/officeDocument/2006/relationships/image" Target="../media/image36.png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6.xml"/><Relationship Id="rId3" Type="http://schemas.openxmlformats.org/officeDocument/2006/relationships/image" Target="../media/image37.png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9.xml"/><Relationship Id="rId3" Type="http://schemas.openxmlformats.org/officeDocument/2006/relationships/image" Target="../media/image38.png"/><Relationship Id="rId2" Type="http://schemas.openxmlformats.org/officeDocument/2006/relationships/tags" Target="../tags/tag178.xml"/><Relationship Id="rId1" Type="http://schemas.openxmlformats.org/officeDocument/2006/relationships/tags" Target="../tags/tag17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2.xml"/><Relationship Id="rId3" Type="http://schemas.openxmlformats.org/officeDocument/2006/relationships/image" Target="../media/image39.png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Relationship Id="rId3" Type="http://schemas.openxmlformats.org/officeDocument/2006/relationships/image" Target="../media/image40.png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8.xml"/><Relationship Id="rId3" Type="http://schemas.openxmlformats.org/officeDocument/2006/relationships/image" Target="../media/image41.png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1.xml"/><Relationship Id="rId3" Type="http://schemas.openxmlformats.org/officeDocument/2006/relationships/image" Target="../media/image42.png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4.xml"/><Relationship Id="rId3" Type="http://schemas.openxmlformats.org/officeDocument/2006/relationships/image" Target="../media/image43.png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7.xml"/><Relationship Id="rId3" Type="http://schemas.openxmlformats.org/officeDocument/2006/relationships/image" Target="../media/image44.png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0.xml"/><Relationship Id="rId3" Type="http://schemas.openxmlformats.org/officeDocument/2006/relationships/image" Target="../media/image45.png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3.xml"/><Relationship Id="rId3" Type="http://schemas.openxmlformats.org/officeDocument/2006/relationships/image" Target="../media/image46.png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6.xml"/><Relationship Id="rId3" Type="http://schemas.openxmlformats.org/officeDocument/2006/relationships/image" Target="../media/image47.png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9.xml"/><Relationship Id="rId3" Type="http://schemas.openxmlformats.org/officeDocument/2006/relationships/image" Target="../media/image48.png"/><Relationship Id="rId2" Type="http://schemas.openxmlformats.org/officeDocument/2006/relationships/tags" Target="../tags/tag208.xml"/><Relationship Id="rId1" Type="http://schemas.openxmlformats.org/officeDocument/2006/relationships/tags" Target="../tags/tag20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2.xml"/><Relationship Id="rId3" Type="http://schemas.openxmlformats.org/officeDocument/2006/relationships/image" Target="../media/image49.png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5.xml"/><Relationship Id="rId3" Type="http://schemas.openxmlformats.org/officeDocument/2006/relationships/image" Target="../media/image50.png"/><Relationship Id="rId2" Type="http://schemas.openxmlformats.org/officeDocument/2006/relationships/tags" Target="../tags/tag214.xml"/><Relationship Id="rId1" Type="http://schemas.openxmlformats.org/officeDocument/2006/relationships/tags" Target="../tags/tag213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18.xml"/><Relationship Id="rId3" Type="http://schemas.openxmlformats.org/officeDocument/2006/relationships/image" Target="../media/image51.png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1.xml"/><Relationship Id="rId3" Type="http://schemas.openxmlformats.org/officeDocument/2006/relationships/image" Target="../media/image52.png"/><Relationship Id="rId2" Type="http://schemas.openxmlformats.org/officeDocument/2006/relationships/tags" Target="../tags/tag220.xml"/><Relationship Id="rId1" Type="http://schemas.openxmlformats.org/officeDocument/2006/relationships/tags" Target="../tags/tag219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4.xml"/><Relationship Id="rId3" Type="http://schemas.openxmlformats.org/officeDocument/2006/relationships/image" Target="../media/image53.png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54.png"/><Relationship Id="rId2" Type="http://schemas.openxmlformats.org/officeDocument/2006/relationships/tags" Target="../tags/tag226.xml"/><Relationship Id="rId1" Type="http://schemas.openxmlformats.org/officeDocument/2006/relationships/tags" Target="../tags/tag225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0.xml"/><Relationship Id="rId3" Type="http://schemas.openxmlformats.org/officeDocument/2006/relationships/image" Target="../media/image55.png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3.xml"/><Relationship Id="rId3" Type="http://schemas.openxmlformats.org/officeDocument/2006/relationships/image" Target="../media/image56.png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6.xml"/><Relationship Id="rId3" Type="http://schemas.openxmlformats.org/officeDocument/2006/relationships/image" Target="../media/image57.png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9.xml"/><Relationship Id="rId3" Type="http://schemas.openxmlformats.org/officeDocument/2006/relationships/image" Target="../media/image58.png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2.xml"/><Relationship Id="rId3" Type="http://schemas.openxmlformats.org/officeDocument/2006/relationships/image" Target="../media/image59.png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5.xml"/><Relationship Id="rId3" Type="http://schemas.openxmlformats.org/officeDocument/2006/relationships/image" Target="../media/image60.png"/><Relationship Id="rId2" Type="http://schemas.openxmlformats.org/officeDocument/2006/relationships/tags" Target="../tags/tag244.xml"/><Relationship Id="rId1" Type="http://schemas.openxmlformats.org/officeDocument/2006/relationships/tags" Target="../tags/tag24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47.xml"/><Relationship Id="rId1" Type="http://schemas.openxmlformats.org/officeDocument/2006/relationships/tags" Target="../tags/tag2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/>
              <a:t>SQL</a:t>
            </a:r>
            <a:r>
              <a:rPr lang="zh-CN" altLang="en-US"/>
              <a:t>注入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9259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200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27518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-635"/>
            <a:ext cx="1219200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327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-635"/>
            <a:ext cx="12192635" cy="68592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-635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-635"/>
            <a:ext cx="12192000" cy="68592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327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6675" y="0"/>
            <a:ext cx="1225931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28217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3270" cy="6858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9291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635"/>
            <a:ext cx="12324715" cy="68573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635"/>
            <a:ext cx="1219073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635"/>
            <a:ext cx="12191365" cy="679005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Thanks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7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8"/>
</p:tagLst>
</file>

<file path=ppt/tags/tag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26"/>
</p:tagLst>
</file>

<file path=ppt/tags/tag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2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5"/>
</p:tagLst>
</file>

<file path=ppt/tags/tag21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3"/>
</p:tagLst>
</file>

<file path=ppt/tags/tag2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82"/>
</p:tagLst>
</file>

<file path=ppt/tags/tag2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160"/>
</p:tagLst>
</file>

<file path=ppt/tags/tag24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160"/>
</p:tagLst>
</file>

<file path=ppt/tags/tag2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9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文本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6"/>
</p:tagLst>
</file>

<file path=ppt/tags/tag30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5"/>
  <p:tag name="KSO_WM_UNIT_VALUE" val="144"/>
</p:tagLst>
</file>

<file path=ppt/tags/tag31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文本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16"/>
</p:tagLst>
</file>

<file path=ppt/tags/tag32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5"/>
  <p:tag name="KSO_WM_UNIT_VALUE" val="144"/>
</p:tagLst>
</file>

<file path=ppt/tags/tag3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408"/>
</p:tagLst>
</file>

<file path=ppt/tags/tag4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61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8"/>
</p:tagLst>
</file>

<file path=ppt/tags/tag6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  <p:tag name="KSO_WM_TEMPLATE_CATEGORY" val="custom"/>
  <p:tag name="KSO_WM_TEMPLATE_INDEX" val="40495022"/>
</p:tagLst>
</file>

<file path=ppt/tags/tag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CATEGORY" val="custom"/>
  <p:tag name="KSO_WM_TEMPLATE_INDEX" val="40495022"/>
</p:tagLst>
</file>

<file path=ppt/tags/tag69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40495022"/>
  <p:tag name="KSO_WM_TEMPLATE_CATEGORY" val="custom"/>
  <p:tag name="KSO_WM_TEMPLATE_MASTER_TYPE" val="0"/>
</p:tagLst>
</file>

<file path=ppt/tags/tag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40495022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5022"/>
  <p:tag name="KSO_WM_TEMPLATE_CATEGORY" val="custom"/>
  <p:tag name="KSO_WM_UNIT_ISCONTENTSTITLE" val="0"/>
  <p:tag name="KSO_WM_UNIT_PRESET_TEXT" val="单击添加文档标题"/>
  <p:tag name="KSO_WM_UNIT_TEXT_TYPE" val="1"/>
</p:tagLst>
</file>

<file path=ppt/tags/tag71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40495022"/>
  <p:tag name="KSO_WM_TEMPLATE_CATEGORY" val="custom"/>
  <p:tag name="KSO_WM_SLIDE_INDEX" val="1"/>
  <p:tag name="KSO_WM_SLIDE_ID" val="custom40495022_1"/>
  <p:tag name="KSO_WM_TEMPLATE_MASTER_TYPE" val="0"/>
  <p:tag name="KSO_WM_SLIDE_LAYOUT" val="a_f"/>
  <p:tag name="KSO_WM_SLIDE_LAYOUT_CNT" val="1_2"/>
</p:tagLst>
</file>

<file path=ppt/tags/tag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8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8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8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9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9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9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0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0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1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1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1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2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3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3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3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4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4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4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5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5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6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6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6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7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7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7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7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7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7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8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8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8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8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8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9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9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9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9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19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1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9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0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0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0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0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1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1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1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1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1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18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2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2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24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2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2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2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30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3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3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36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3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39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4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42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2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5"/>
  <p:tag name="KSO_WM_UNIT_VALUE" val="340"/>
</p:tagLst>
</file>

<file path=ppt/tags/tag245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ags/tag2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247.xml><?xml version="1.0" encoding="utf-8"?>
<p:tagLst xmlns:p="http://schemas.openxmlformats.org/presentationml/2006/main">
  <p:tag name="KSO_WM_BEAUTIFY_FLAG" val="#wm#"/>
  <p:tag name="KSO_WM_TEMPLATE_CATEGORY" val="custom"/>
  <p:tag name="KSO_WM_TEMPLATE_INDEX" val="40495022"/>
</p:tagLst>
</file>

<file path=ppt/theme/theme1.xml><?xml version="1.0" encoding="utf-8"?>
<a:theme xmlns:a="http://schemas.openxmlformats.org/drawingml/2006/main" name="商务风店铺开业活动策划模板">
  <a:themeElements>
    <a:clrScheme name="自定义 424">
      <a:dk1>
        <a:srgbClr val="000000"/>
      </a:dk1>
      <a:lt1>
        <a:srgbClr val="FFFFFF"/>
      </a:lt1>
      <a:dk2>
        <a:srgbClr val="B12109"/>
      </a:dk2>
      <a:lt2>
        <a:srgbClr val="FFF6F3"/>
      </a:lt2>
      <a:accent1>
        <a:srgbClr val="EFAD57"/>
      </a:accent1>
      <a:accent2>
        <a:srgbClr val="EC8A42"/>
      </a:accent2>
      <a:accent3>
        <a:srgbClr val="B9A728"/>
      </a:accent3>
      <a:accent4>
        <a:srgbClr val="97BD65"/>
      </a:accent4>
      <a:accent5>
        <a:srgbClr val="88A8C3"/>
      </a:accent5>
      <a:accent6>
        <a:srgbClr val="3BC99F"/>
      </a:accent6>
      <a:hlink>
        <a:srgbClr val="0563C1"/>
      </a:hlink>
      <a:folHlink>
        <a:srgbClr val="954D72"/>
      </a:folHlink>
    </a:clrScheme>
    <a:fontScheme name="自定义 31">
      <a:majorFont>
        <a:latin typeface="Arial"/>
        <a:ea typeface="汉仪大宋简"/>
        <a:cs typeface=""/>
      </a:majorFont>
      <a:minorFont>
        <a:latin typeface="Arial"/>
        <a:ea typeface="汉仪中宋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WPS 演示</Application>
  <PresentationFormat>宽屏</PresentationFormat>
  <Paragraphs>6</Paragraphs>
  <Slides>60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9" baseType="lpstr">
      <vt:lpstr>Arial</vt:lpstr>
      <vt:lpstr>宋体</vt:lpstr>
      <vt:lpstr>Wingdings</vt:lpstr>
      <vt:lpstr>Arial Unicode MS</vt:lpstr>
      <vt:lpstr>微软雅黑</vt:lpstr>
      <vt:lpstr>Calibri</vt:lpstr>
      <vt:lpstr>汉仪大宋简</vt:lpstr>
      <vt:lpstr>汉仪中宋简</vt:lpstr>
      <vt:lpstr>商务风店铺开业活动策划模板</vt:lpstr>
      <vt:lpstr>单击添加文档标题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eleven</dc:creator>
  <cp:lastModifiedBy>t***n</cp:lastModifiedBy>
  <cp:revision>6</cp:revision>
  <dcterms:created xsi:type="dcterms:W3CDTF">2023-08-09T12:44:00Z</dcterms:created>
  <dcterms:modified xsi:type="dcterms:W3CDTF">2026-04-01T08:13:58Z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BCCBC5ED5A184E28AAC53788705B5EB1_12</vt:lpwstr>
  </property>
</Properties>
</file>