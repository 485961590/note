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32"/>
  </p:notesMasterIdLst>
  <p:sldIdLst>
    <p:sldId id="580" r:id="rId2"/>
    <p:sldId id="581" r:id="rId3"/>
    <p:sldId id="583" r:id="rId4"/>
    <p:sldId id="584" r:id="rId5"/>
    <p:sldId id="674" r:id="rId6"/>
    <p:sldId id="557" r:id="rId7"/>
    <p:sldId id="559" r:id="rId8"/>
    <p:sldId id="558" r:id="rId9"/>
    <p:sldId id="560" r:id="rId10"/>
    <p:sldId id="563" r:id="rId11"/>
    <p:sldId id="572" r:id="rId12"/>
    <p:sldId id="573" r:id="rId13"/>
    <p:sldId id="679" r:id="rId14"/>
    <p:sldId id="680" r:id="rId15"/>
    <p:sldId id="681" r:id="rId16"/>
    <p:sldId id="682" r:id="rId17"/>
    <p:sldId id="683" r:id="rId18"/>
    <p:sldId id="685" r:id="rId19"/>
    <p:sldId id="684" r:id="rId20"/>
    <p:sldId id="579" r:id="rId21"/>
    <p:sldId id="676" r:id="rId22"/>
    <p:sldId id="576" r:id="rId23"/>
    <p:sldId id="564" r:id="rId24"/>
    <p:sldId id="566" r:id="rId25"/>
    <p:sldId id="551" r:id="rId26"/>
    <p:sldId id="568" r:id="rId27"/>
    <p:sldId id="686" r:id="rId28"/>
    <p:sldId id="687" r:id="rId29"/>
    <p:sldId id="678" r:id="rId30"/>
    <p:sldId id="266" r:id="rId3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UhK50Rhq/E2cCZg7wlSgFA==" hashData="btAQVqkHV3vjFxEcrE0it7UL4H00Lc8QRFXIDKOeyUr9a0CTt733oir3PKKKv6zfTBBvHp2cVwYaO89y9F/aPA=="/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志航" initials="王" lastIdx="2" clrIdx="0">
    <p:extLst>
      <p:ext uri="{19B8F6BF-5375-455C-9EA6-DF929625EA0E}">
        <p15:presenceInfo xmlns:p15="http://schemas.microsoft.com/office/powerpoint/2012/main" userId="d336ead87d8b8d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6366" autoAdjust="0"/>
  </p:normalViewPr>
  <p:slideViewPr>
    <p:cSldViewPr>
      <p:cViewPr varScale="1">
        <p:scale>
          <a:sx n="113" d="100"/>
          <a:sy n="113" d="100"/>
        </p:scale>
        <p:origin x="114" y="34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86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7D0E1-4C58-43A7-958E-C278293A9468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D2CE7-E926-4638-A805-F9AE561B2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23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99F6F-FC62-4DF0-98AC-7A3EF43CC4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035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20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898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99F6F-FC62-4DF0-98AC-7A3EF43CC48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157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342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01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874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916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948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851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886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550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69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97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608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8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66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2373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903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99F6F-FC62-4DF0-98AC-7A3EF43CC48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004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653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830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74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677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71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184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300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B468D-24B7-4995-936F-91D2857BC59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5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_白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646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白色背景内容页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20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5" r:id="rId2"/>
    <p:sldLayoutId id="2147483687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spcBef>
          <a:spcPct val="0"/>
        </a:spcBef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5740" indent="-20574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微软雅黑" pitchFamily="34" charset="-122"/>
          <a:ea typeface="微软雅黑" pitchFamily="34" charset="-122"/>
          <a:cs typeface="+mn-cs"/>
        </a:defRPr>
      </a:lvl1pPr>
      <a:lvl2pPr marL="445770" indent="-20574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微软雅黑" pitchFamily="34" charset="-122"/>
          <a:ea typeface="微软雅黑" pitchFamily="34" charset="-122"/>
          <a:cs typeface="+mn-cs"/>
        </a:defRPr>
      </a:lvl2pPr>
      <a:lvl3pPr marL="65151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2"/>
          </a:solidFill>
          <a:latin typeface="微软雅黑" pitchFamily="34" charset="-122"/>
          <a:ea typeface="微软雅黑" pitchFamily="34" charset="-122"/>
          <a:cs typeface="+mn-cs"/>
        </a:defRPr>
      </a:lvl3pPr>
      <a:lvl4pPr marL="85725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00" kern="1200">
          <a:solidFill>
            <a:schemeClr val="tx2"/>
          </a:solidFill>
          <a:latin typeface="微软雅黑" pitchFamily="34" charset="-122"/>
          <a:ea typeface="微软雅黑" pitchFamily="34" charset="-122"/>
          <a:cs typeface="+mn-cs"/>
        </a:defRPr>
      </a:lvl4pPr>
      <a:lvl5pPr marL="102870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00" kern="1200" baseline="0">
          <a:solidFill>
            <a:schemeClr val="tx2"/>
          </a:solidFill>
          <a:latin typeface="微软雅黑" pitchFamily="34" charset="-122"/>
          <a:ea typeface="微软雅黑" pitchFamily="34" charset="-122"/>
          <a:cs typeface="+mn-cs"/>
        </a:defRPr>
      </a:lvl5pPr>
      <a:lvl6pPr marL="123444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426464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164592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1851660" indent="-17145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965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184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26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465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82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973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970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110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493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179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35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550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2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765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763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80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942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612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49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78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6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36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264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09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87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83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761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560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54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>
          <a:grpSpLocks noGrp="1" noUngrp="1" noSelect="1" noRot="1" noChangeAspect="1" noMove="1" noResize="1"/>
        </p:cNvGrpSpPr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62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黑体"/>
        <a:ea typeface="等线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等线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17283</TotalTime>
  <Words>29</Words>
  <Application>Microsoft Office PowerPoint</Application>
  <PresentationFormat>全屏显示(16:9)</PresentationFormat>
  <Paragraphs>29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微软雅黑</vt:lpstr>
      <vt:lpstr>Arial</vt:lpstr>
      <vt:lpstr>Calibri</vt:lpstr>
      <vt:lpstr>NewsPrint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crime is that of curiosity</dc:title>
  <dc:creator>cyk7r</dc:creator>
  <cp:keywords>My crime is that of curiosity</cp:keywords>
  <cp:lastModifiedBy>zhat wang</cp:lastModifiedBy>
  <cp:revision>1242</cp:revision>
  <dcterms:created xsi:type="dcterms:W3CDTF">2013-06-15T08:41:26Z</dcterms:created>
  <dcterms:modified xsi:type="dcterms:W3CDTF">2024-06-27T02:29:27Z</dcterms:modified>
  <cp:category>My crime is that of curiosity</cp:category>
</cp:coreProperties>
</file>