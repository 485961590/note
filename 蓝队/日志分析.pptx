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527" r:id="rId3"/>
    <p:sldId id="557" r:id="rId5"/>
    <p:sldId id="576" r:id="rId6"/>
    <p:sldId id="579" r:id="rId7"/>
    <p:sldId id="580" r:id="rId8"/>
    <p:sldId id="581" r:id="rId9"/>
    <p:sldId id="588" r:id="rId10"/>
    <p:sldId id="590" r:id="rId11"/>
    <p:sldId id="591" r:id="rId12"/>
    <p:sldId id="592" r:id="rId13"/>
    <p:sldId id="585" r:id="rId14"/>
    <p:sldId id="617" r:id="rId15"/>
    <p:sldId id="578" r:id="rId16"/>
    <p:sldId id="593" r:id="rId17"/>
    <p:sldId id="594" r:id="rId18"/>
    <p:sldId id="599" r:id="rId19"/>
    <p:sldId id="598" r:id="rId20"/>
    <p:sldId id="608" r:id="rId21"/>
    <p:sldId id="595" r:id="rId22"/>
    <p:sldId id="609" r:id="rId23"/>
    <p:sldId id="600" r:id="rId24"/>
    <p:sldId id="596" r:id="rId25"/>
    <p:sldId id="602" r:id="rId26"/>
    <p:sldId id="273" r:id="rId27"/>
  </p:sldIdLst>
  <p:sldSz cx="12192000" cy="6858000"/>
  <p:notesSz cx="6858000" cy="9144000"/>
  <p:custDataLst>
    <p:tags r:id="rId3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9" autoAdjust="0"/>
    <p:restoredTop sz="88989" autoAdjust="0"/>
  </p:normalViewPr>
  <p:slideViewPr>
    <p:cSldViewPr snapToGrid="0" showGuides="1">
      <p:cViewPr varScale="1">
        <p:scale>
          <a:sx n="76" d="100"/>
          <a:sy n="76" d="100"/>
        </p:scale>
        <p:origin x="109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30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3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D33F5CB-6361-44D6-BD0C-0FC2D51635B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23B0BC-6EB1-4A35-AC95-BBD4CADBB46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Calibri" panose="020F050202020403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>
              <a:defRPr/>
            </a:pPr>
            <a:fld id="{0EEC573A-21CA-48AA-A7DC-4270D7F5502F}" type="slidenum">
              <a:rPr lang="zh-CN" altLang="en-US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3CD437-51C1-456B-90F2-8AE993C3A3BA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  <a:p>
            <a:r>
              <a:rPr kumimoji="1" lang="zh-CN" altLang="en-US"/>
              <a:t>%SystemDrive% 是 Windows 系统中的一个环境变量，它代表系统安装的驱动器的根目录</a:t>
            </a:r>
            <a:r>
              <a:rPr kumimoji="1" lang="en-US" altLang="zh-CN"/>
              <a:t>    </a:t>
            </a:r>
            <a:r>
              <a:rPr kumimoji="1" lang="zh-CN" altLang="en-US"/>
              <a:t>主机：事件</a:t>
            </a:r>
            <a:r>
              <a:rPr kumimoji="1" lang="zh-CN" altLang="en-US"/>
              <a:t>查看器</a:t>
            </a:r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 -F 后跟着你想要指定的分隔符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7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20996-9D3F-442D-8A88-7226D5F4393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427A4-67E0-465E-BECD-ACFC4F01EF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6600" b="1">
              <a:solidFill>
                <a:srgbClr val="FFFFFF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LingWai SC Medium" pitchFamily="66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10028238" y="647700"/>
            <a:ext cx="2163762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6600" b="1">
              <a:solidFill>
                <a:srgbClr val="FFFFFF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LingWai SC Medium" pitchFamily="66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6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6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567CE-B69A-4991-A91A-8434EF73390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68BB4-5386-463A-B205-3FD03E59550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9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9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1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1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94B39-FC01-47BF-BB79-F00FA162D0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FD67A-C2FF-499F-9C99-9AC3E59AD7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4572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321C3-C9D6-4C9C-98BD-6C615578402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4572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D7029-583E-4EDF-8EF7-B92FB893041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7BF6F-8A02-498F-A636-65725855C66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8C456-BEEA-4264-A03F-1A0BB10683E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fld id="{D0ADA486-959E-430D-9CA5-B115D8D9964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fld id="{0350D87D-7119-4E5D-B388-2E50F6C5CEE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2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2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2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2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Box 3"/>
          <p:cNvSpPr>
            <a:spLocks noChangeArrowheads="1"/>
          </p:cNvSpPr>
          <p:nvPr/>
        </p:nvSpPr>
        <p:spPr bwMode="auto">
          <a:xfrm>
            <a:off x="0" y="2617788"/>
            <a:ext cx="12192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8000" b="1" dirty="0">
                <a:solidFill>
                  <a:srgbClr val="DD00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日志分析</a:t>
            </a:r>
            <a:endParaRPr lang="en-US" altLang="zh-CN" sz="8000" b="1" dirty="0">
              <a:solidFill>
                <a:srgbClr val="DD00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4890086" y="3305883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常用工具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890086" y="4029783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日志分析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890086" y="2583570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日志文件位置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8439" name="文本框 1"/>
          <p:cNvSpPr txBox="1">
            <a:spLocks noChangeArrowheads="1"/>
          </p:cNvSpPr>
          <p:nvPr/>
        </p:nvSpPr>
        <p:spPr bwMode="auto">
          <a:xfrm>
            <a:off x="0" y="11113"/>
            <a:ext cx="13303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200">
                <a:solidFill>
                  <a:srgbClr val="DD1F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3200">
              <a:solidFill>
                <a:srgbClr val="DD1F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日志文件位置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24968" y="1703402"/>
            <a:ext cx="3966357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默认日志存放文件夹为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/var/log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/var/log/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Apache2: /var/log/apache2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Tomcat9: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/var/log/tomcat9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187" y="1538484"/>
            <a:ext cx="3143250" cy="381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247" y="3224616"/>
            <a:ext cx="5305425" cy="82867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9491260" y="893807"/>
            <a:ext cx="8771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862408" y="2599049"/>
            <a:ext cx="1257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Apache2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312" y="4382951"/>
            <a:ext cx="6048375" cy="224790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033157" y="3752850"/>
            <a:ext cx="10628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50662" y="647700"/>
            <a:ext cx="1303562" cy="743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日志文件位置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93217" y="1006847"/>
            <a:ext cx="9058275" cy="4654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还有自编译的中间件，存放路径一般位于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/local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比如自编译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默认位于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/local/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那么它的日志文件默认位于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/local/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/logs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如果找不到可以查看配置文件里面的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access_log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/local/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/conf/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nginx.conf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access_log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/var/log/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/xxx.log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的日志就位于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/var/log/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无法定位中间件路径可使用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aux | grep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查找路径，其他中间件也类似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62" y="6038478"/>
            <a:ext cx="90582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日志文件位置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2644" y="1544382"/>
            <a:ext cx="6176156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默认日志存放文件夹为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SystemDrive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%\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inetpub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\logs\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LogFiles</a:t>
            </a:r>
            <a:endPara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其余中间件一般位于中间件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同一目录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50662" y="647700"/>
            <a:ext cx="2108269" cy="743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97" y="4270630"/>
            <a:ext cx="4514850" cy="2085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5" y="4223004"/>
            <a:ext cx="4286250" cy="218122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95733" y="3503038"/>
            <a:ext cx="51057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68755" y="3429000"/>
            <a:ext cx="1093489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常用工具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34316" y="869824"/>
            <a:ext cx="1863011" cy="1069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4967880" y="1939669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cat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4967880" y="2749294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tail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4967880" y="3558919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head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4967880" y="4395049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grep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4967880" y="5240704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awk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1369" y="868107"/>
            <a:ext cx="8481206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系统下用来查看文件连续内容用的指令，字面上的含意是 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concatenate ”(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的缩写。除了用来作为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显示文件内容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指令也可用于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上的处理，如将显示的消息转入或附加另一文件上。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1369" y="2867859"/>
            <a:ext cx="8354157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查看一个名为 TEXT 的文字档内容。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TEXT.txt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在标准输出架构下，将 TEXT.txt 的内容完全改写在文件 TEXT2.txt 上；或用转向附加的方式将 TEXT.txt 内容补在文件 TEXT3.txt 内容后方。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TEXT.txt &gt; TEXT2.txt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TEXT.txt &gt;&gt; TEXT3.txt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6037" y="3860473"/>
            <a:ext cx="8481206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操作系统上的一个程序，用于显示文本文件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数据的开头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5775" y="1009328"/>
            <a:ext cx="8581731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，类</a:t>
            </a:r>
            <a:r>
              <a:rPr lang="en-US" altLang="zh-CN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系统和</a:t>
            </a:r>
            <a:r>
              <a:rPr lang="en-US" altLang="zh-CN" sz="20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FreeDOS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上可用的程序，用于显示文本文件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数据的尾端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840" y="1826130"/>
            <a:ext cx="6705600" cy="2028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53" y="4821762"/>
            <a:ext cx="670560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1369" y="868107"/>
            <a:ext cx="8481206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grep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是一个最初用于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 命令行工具。在给出文件列表或标准输入后，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grep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会对匹配一个或多个正则表达式的文本进行搜索，并只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输出匹配（或者不匹配）的行或文本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0424" y="5066625"/>
            <a:ext cx="8481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平台提供了一个叫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findstr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的工具来执行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grep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的大多数功能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328545"/>
            <a:ext cx="8642350" cy="1838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3910" y="1193804"/>
            <a:ext cx="8354157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awk 是一个强大的文本处理工具，在 Unix 和类 Unix 系统中被广泛使用。它可以用于处理结构化的文本数据，支持文本的分析、处理和格式化输出。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3910" y="2893879"/>
            <a:ext cx="8354157" cy="373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 命令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 命令用于输出文本。其输出的文本总是以 "输出记录分隔符"分割的，其默认值为换行符。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print会输出当前记录的内容。在 AWK 中，记录会被分割成 “域”，它们可以被分别显示或使用：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 $1显示当前记录的第 1 个域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 $1, $3显示当前记录的第 1 和第 3 个域，并以预定义的输出域分隔符分隔，其默认值为一个空格符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170" y="180975"/>
            <a:ext cx="2551430" cy="1159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345" y="2202180"/>
            <a:ext cx="518922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常用工具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69712" y="858507"/>
            <a:ext cx="3070071" cy="1069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890086" y="2583570"/>
            <a:ext cx="3335338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  <a:sym typeface="+mn-ea"/>
              </a:rPr>
              <a:t>EmEditor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890135" y="3442970"/>
            <a:ext cx="2197735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记事本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EmEditor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1369" y="868107"/>
            <a:ext cx="8481206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EmEditor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下非常优秀的一个文本编辑器，可以打开非常大的文本文件，很适合用来分析日志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75" y="1988764"/>
            <a:ext cx="7145358" cy="46563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1"/>
          <p:cNvSpPr txBox="1">
            <a:spLocks noChangeArrowheads="1"/>
          </p:cNvSpPr>
          <p:nvPr/>
        </p:nvSpPr>
        <p:spPr bwMode="auto">
          <a:xfrm>
            <a:off x="10012363" y="3263900"/>
            <a:ext cx="217963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  <a:endParaRPr kumimoji="1" lang="zh-CN" altLang="en-US" sz="3200" b="1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1369" y="868107"/>
            <a:ext cx="8481206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自带的一个文本编辑器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684655"/>
            <a:ext cx="7275195" cy="4319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715" y="2227384"/>
            <a:ext cx="8897472" cy="37072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998262" y="1293789"/>
            <a:ext cx="840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日志为例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8454" y="848741"/>
            <a:ext cx="9392529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66.249.71.80 - - [13/Jan/2018:03:27:39 +0800] "GET / HTTP/1.1" 302 152 "-" "Mozilla/5.0 (Linux; Android 6.0.1; Nexus 5X Build/MMB29P)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AppleWebKit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/537.36 (KHTML, like Gecko) Chrome/41.0.2272.96 Mobile Safari/537.36 (compatible; Googlebot/2.1; +http://www.google.com/bot.html)"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88454" y="3957748"/>
            <a:ext cx="939252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服务器时间 请求主体 响应状态 响应体大小 请求来源 客户端浏览器信息（User-Agent）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77598" y="724915"/>
            <a:ext cx="4176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为关键字匹配所有日志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3289985"/>
            <a:ext cx="9455150" cy="2843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96106" y="1904584"/>
            <a:ext cx="793973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Linux: grep .php xxx.log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xxx.log | grep .php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Emeditor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，按下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，搜索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9220" y="647700"/>
            <a:ext cx="441853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为关键字的搜索记录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725" y="1666999"/>
            <a:ext cx="8569834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Linux: cat xxx.log | grep .php &gt; php.log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执行命令后会在当前文件夹下面生成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php.log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，内容为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xxx.log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所有含有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关键字行的内容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1725" y="3429000"/>
            <a:ext cx="2781107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Windows: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Emeditor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搜索界面查找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然后点击全部提取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46145"/>
            <a:ext cx="5661025" cy="27457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25" y="2900098"/>
            <a:ext cx="9209649" cy="253063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13537" y="1427271"/>
            <a:ext cx="8770211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以脚本语言后缀名搜索后缀名能过滤掉图片、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、静态文件等的访问记录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9455" y="647700"/>
            <a:ext cx="583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为关键字并排除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状态匹配日志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747" y="2822864"/>
            <a:ext cx="9087477" cy="324326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844930" y="1398587"/>
            <a:ext cx="6952213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Linux: grep .php xxx.log | grep –v 404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xxx.log | grep .php | grep –v 404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9455" y="647700"/>
            <a:ext cx="583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为关键字并排除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状态匹配日志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44930" y="1398587"/>
            <a:ext cx="8175371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Windows: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Emeditor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搜索界面查找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然后点击全部提取，在提取出来的日志里用正则表达式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^((?!404).)*$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770" y="3070225"/>
            <a:ext cx="4351020" cy="28879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59441" y="1098506"/>
            <a:ext cx="448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Struts2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命令执行漏洞日志留存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802130"/>
            <a:ext cx="8221980" cy="39020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91581" y="943917"/>
            <a:ext cx="33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查询日志各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15076"/>
            <a:ext cx="2600325" cy="21621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491580" y="1490008"/>
            <a:ext cx="9459119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access.log-*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'{print $1}' | grep -E -o "(25[0-5]|2[0-4][0-9]|[01]?[0-9][0-9]?)\.(25[0-5]|2[0-4][0-9]|[01]?[0-9][0-9]?)\.(25[0-5]|2[0-4][0-9]|[01]?[0-9][0-9]?)\.(25[0-5]|2[0-4][0-9]|[01]?[0-9][0-9]?)" | sort -n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uniq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-c | sort -n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access.log-*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'{print $1}' | grep -P "\d+\.\d+\.\d+\.\d+" | sort -n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uniq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-c | sort -n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日志分析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91581" y="943917"/>
            <a:ext cx="33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查询日志访问量最大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91580" y="1490008"/>
            <a:ext cx="9459119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access.log-*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'{print $1}' | grep -E -o "(25[0-5]|2[0-4][0-9]|[01]?[0-9][0-9]?)\.(25[0-5]|2[0-4][0-9]|[01]?[0-9][0-9]?)\.(25[0-5]|2[0-4][0-9]|[01]?[0-9][0-9]?)\.(25[0-5]|2[0-4][0-9]|[01]?[0-9][0-9]?)" | sort -n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uniq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-c | sort -n | tail -n 1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access.log-*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'{print $1}' | grep -P "\d+\.\d+\.\d+\.\d+" | sort -n 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uniq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-c | sort -n | tail -n 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380692"/>
            <a:ext cx="75438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390650"/>
            <a:ext cx="12192000" cy="21050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venir Next"/>
            </a:endParaRPr>
          </a:p>
        </p:txBody>
      </p:sp>
      <p:sp>
        <p:nvSpPr>
          <p:cNvPr id="24578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933575"/>
            <a:ext cx="12192000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6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8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KSO_Shape"/>
          <p:cNvSpPr>
            <a:spLocks noChangeArrowheads="1"/>
          </p:cNvSpPr>
          <p:nvPr/>
        </p:nvSpPr>
        <p:spPr bwMode="auto">
          <a:xfrm>
            <a:off x="5195888" y="3949700"/>
            <a:ext cx="1800225" cy="1724025"/>
          </a:xfrm>
          <a:custGeom>
            <a:avLst/>
            <a:gdLst>
              <a:gd name="T0" fmla="*/ 0 w 12269552"/>
              <a:gd name="T1" fmla="*/ 0 h 11753851"/>
              <a:gd name="T2" fmla="*/ 0 w 12269552"/>
              <a:gd name="T3" fmla="*/ 0 h 11753851"/>
              <a:gd name="T4" fmla="*/ 0 w 12269552"/>
              <a:gd name="T5" fmla="*/ 0 h 11753851"/>
              <a:gd name="T6" fmla="*/ 0 w 12269552"/>
              <a:gd name="T7" fmla="*/ 0 h 11753851"/>
              <a:gd name="T8" fmla="*/ 0 w 12269552"/>
              <a:gd name="T9" fmla="*/ 0 h 11753851"/>
              <a:gd name="T10" fmla="*/ 0 w 12269552"/>
              <a:gd name="T11" fmla="*/ 0 h 11753851"/>
              <a:gd name="T12" fmla="*/ 0 w 12269552"/>
              <a:gd name="T13" fmla="*/ 0 h 11753851"/>
              <a:gd name="T14" fmla="*/ 0 w 12269552"/>
              <a:gd name="T15" fmla="*/ 0 h 11753851"/>
              <a:gd name="T16" fmla="*/ 0 w 12269552"/>
              <a:gd name="T17" fmla="*/ 0 h 11753851"/>
              <a:gd name="T18" fmla="*/ 0 w 12269552"/>
              <a:gd name="T19" fmla="*/ 0 h 11753851"/>
              <a:gd name="T20" fmla="*/ 0 w 12269552"/>
              <a:gd name="T21" fmla="*/ 0 h 11753851"/>
              <a:gd name="T22" fmla="*/ 0 w 12269552"/>
              <a:gd name="T23" fmla="*/ 0 h 11753851"/>
              <a:gd name="T24" fmla="*/ 0 w 12269552"/>
              <a:gd name="T25" fmla="*/ 0 h 11753851"/>
              <a:gd name="T26" fmla="*/ 0 w 12269552"/>
              <a:gd name="T27" fmla="*/ 0 h 11753851"/>
              <a:gd name="T28" fmla="*/ 0 w 12269552"/>
              <a:gd name="T29" fmla="*/ 0 h 11753851"/>
              <a:gd name="T30" fmla="*/ 0 w 12269552"/>
              <a:gd name="T31" fmla="*/ 0 h 11753851"/>
              <a:gd name="T32" fmla="*/ 0 w 12269552"/>
              <a:gd name="T33" fmla="*/ 0 h 11753851"/>
              <a:gd name="T34" fmla="*/ 0 w 12269552"/>
              <a:gd name="T35" fmla="*/ 0 h 11753851"/>
              <a:gd name="T36" fmla="*/ 0 w 12269552"/>
              <a:gd name="T37" fmla="*/ 0 h 11753851"/>
              <a:gd name="T38" fmla="*/ 0 w 12269552"/>
              <a:gd name="T39" fmla="*/ 0 h 11753851"/>
              <a:gd name="T40" fmla="*/ 0 w 12269552"/>
              <a:gd name="T41" fmla="*/ 0 h 11753851"/>
              <a:gd name="T42" fmla="*/ 0 w 12269552"/>
              <a:gd name="T43" fmla="*/ 0 h 11753851"/>
              <a:gd name="T44" fmla="*/ 0 w 12269552"/>
              <a:gd name="T45" fmla="*/ 0 h 11753851"/>
              <a:gd name="T46" fmla="*/ 0 w 12269552"/>
              <a:gd name="T47" fmla="*/ 0 h 11753851"/>
              <a:gd name="T48" fmla="*/ 0 w 12269552"/>
              <a:gd name="T49" fmla="*/ 0 h 11753851"/>
              <a:gd name="T50" fmla="*/ 0 w 12269552"/>
              <a:gd name="T51" fmla="*/ 0 h 11753851"/>
              <a:gd name="T52" fmla="*/ 0 w 12269552"/>
              <a:gd name="T53" fmla="*/ 0 h 11753851"/>
              <a:gd name="T54" fmla="*/ 0 w 12269552"/>
              <a:gd name="T55" fmla="*/ 0 h 11753851"/>
              <a:gd name="T56" fmla="*/ 0 w 12269552"/>
              <a:gd name="T57" fmla="*/ 0 h 11753851"/>
              <a:gd name="T58" fmla="*/ 0 w 12269552"/>
              <a:gd name="T59" fmla="*/ 0 h 11753851"/>
              <a:gd name="T60" fmla="*/ 0 w 12269552"/>
              <a:gd name="T61" fmla="*/ 0 h 11753851"/>
              <a:gd name="T62" fmla="*/ 0 w 12269552"/>
              <a:gd name="T63" fmla="*/ 0 h 11753851"/>
              <a:gd name="T64" fmla="*/ 0 w 12269552"/>
              <a:gd name="T65" fmla="*/ 0 h 11753851"/>
              <a:gd name="T66" fmla="*/ 0 w 12269552"/>
              <a:gd name="T67" fmla="*/ 0 h 11753851"/>
              <a:gd name="T68" fmla="*/ 0 w 12269552"/>
              <a:gd name="T69" fmla="*/ 0 h 11753851"/>
              <a:gd name="T70" fmla="*/ 0 w 12269552"/>
              <a:gd name="T71" fmla="*/ 0 h 11753851"/>
              <a:gd name="T72" fmla="*/ 0 w 12269552"/>
              <a:gd name="T73" fmla="*/ 0 h 11753851"/>
              <a:gd name="T74" fmla="*/ 0 w 12269552"/>
              <a:gd name="T75" fmla="*/ 0 h 11753851"/>
              <a:gd name="T76" fmla="*/ 0 w 12269552"/>
              <a:gd name="T77" fmla="*/ 0 h 11753851"/>
              <a:gd name="T78" fmla="*/ 0 w 12269552"/>
              <a:gd name="T79" fmla="*/ 0 h 1175385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2269552" h="11753851">
                <a:moveTo>
                  <a:pt x="5478990" y="1790700"/>
                </a:moveTo>
                <a:cubicBezTo>
                  <a:pt x="7986505" y="1790700"/>
                  <a:pt x="7986505" y="1790700"/>
                  <a:pt x="7986505" y="1790700"/>
                </a:cubicBezTo>
                <a:cubicBezTo>
                  <a:pt x="8170440" y="1790700"/>
                  <a:pt x="8335605" y="1862026"/>
                  <a:pt x="8459480" y="1982155"/>
                </a:cubicBezTo>
                <a:cubicBezTo>
                  <a:pt x="10058584" y="3581364"/>
                  <a:pt x="10058584" y="3581364"/>
                  <a:pt x="10058584" y="3581364"/>
                </a:cubicBezTo>
                <a:cubicBezTo>
                  <a:pt x="11383663" y="2256197"/>
                  <a:pt x="11383663" y="2256197"/>
                  <a:pt x="11383663" y="2256197"/>
                </a:cubicBezTo>
                <a:cubicBezTo>
                  <a:pt x="11477507" y="2177363"/>
                  <a:pt x="11597628" y="2132315"/>
                  <a:pt x="11729010" y="2132315"/>
                </a:cubicBezTo>
                <a:cubicBezTo>
                  <a:pt x="12029311" y="2132315"/>
                  <a:pt x="12269552" y="2372572"/>
                  <a:pt x="12269552" y="2669139"/>
                </a:cubicBezTo>
                <a:cubicBezTo>
                  <a:pt x="12269552" y="2796776"/>
                  <a:pt x="12220753" y="2916904"/>
                  <a:pt x="12145678" y="3007000"/>
                </a:cubicBezTo>
                <a:cubicBezTo>
                  <a:pt x="10546573" y="4621226"/>
                  <a:pt x="10546573" y="4621226"/>
                  <a:pt x="10546573" y="4621226"/>
                </a:cubicBezTo>
                <a:cubicBezTo>
                  <a:pt x="10062338" y="5105494"/>
                  <a:pt x="9671946" y="4692552"/>
                  <a:pt x="9671946" y="4692552"/>
                </a:cubicBezTo>
                <a:cubicBezTo>
                  <a:pt x="8692213" y="3709001"/>
                  <a:pt x="8692213" y="3709001"/>
                  <a:pt x="8692213" y="3709001"/>
                </a:cubicBezTo>
                <a:cubicBezTo>
                  <a:pt x="7156923" y="5480895"/>
                  <a:pt x="7156923" y="5480895"/>
                  <a:pt x="7156923" y="5480895"/>
                </a:cubicBezTo>
                <a:cubicBezTo>
                  <a:pt x="8560831" y="6884896"/>
                  <a:pt x="8560831" y="6884896"/>
                  <a:pt x="8560831" y="6884896"/>
                </a:cubicBezTo>
                <a:cubicBezTo>
                  <a:pt x="8560831" y="6884896"/>
                  <a:pt x="8857379" y="7158939"/>
                  <a:pt x="8688459" y="7707025"/>
                </a:cubicBezTo>
                <a:cubicBezTo>
                  <a:pt x="7900169" y="11220781"/>
                  <a:pt x="7900169" y="11220781"/>
                  <a:pt x="7900169" y="11220781"/>
                </a:cubicBezTo>
                <a:cubicBezTo>
                  <a:pt x="7840108" y="11524856"/>
                  <a:pt x="7569837" y="11753851"/>
                  <a:pt x="7247013" y="11753851"/>
                </a:cubicBezTo>
                <a:cubicBezTo>
                  <a:pt x="6879144" y="11753851"/>
                  <a:pt x="6578843" y="11453530"/>
                  <a:pt x="6578843" y="11085637"/>
                </a:cubicBezTo>
                <a:cubicBezTo>
                  <a:pt x="6578843" y="11025572"/>
                  <a:pt x="6586351" y="10969262"/>
                  <a:pt x="6597612" y="10916706"/>
                </a:cubicBezTo>
                <a:cubicBezTo>
                  <a:pt x="7247013" y="8037378"/>
                  <a:pt x="7247013" y="8037378"/>
                  <a:pt x="7247013" y="8037378"/>
                </a:cubicBezTo>
                <a:cubicBezTo>
                  <a:pt x="5647909" y="6483216"/>
                  <a:pt x="5647909" y="6483216"/>
                  <a:pt x="5647909" y="6483216"/>
                </a:cubicBezTo>
                <a:cubicBezTo>
                  <a:pt x="4277784" y="8014854"/>
                  <a:pt x="4277784" y="8014854"/>
                  <a:pt x="4277784" y="8014854"/>
                </a:cubicBezTo>
                <a:cubicBezTo>
                  <a:pt x="4277784" y="8014854"/>
                  <a:pt x="4056312" y="8288897"/>
                  <a:pt x="3463217" y="8270127"/>
                </a:cubicBezTo>
                <a:cubicBezTo>
                  <a:pt x="681676" y="8273881"/>
                  <a:pt x="681676" y="8273881"/>
                  <a:pt x="681676" y="8273881"/>
                </a:cubicBezTo>
                <a:cubicBezTo>
                  <a:pt x="370114" y="8277635"/>
                  <a:pt x="88581" y="8067410"/>
                  <a:pt x="17260" y="7752073"/>
                </a:cubicBezTo>
                <a:cubicBezTo>
                  <a:pt x="-65323" y="7391688"/>
                  <a:pt x="156149" y="7038811"/>
                  <a:pt x="516511" y="6956222"/>
                </a:cubicBezTo>
                <a:cubicBezTo>
                  <a:pt x="572817" y="6944960"/>
                  <a:pt x="629124" y="6941206"/>
                  <a:pt x="685430" y="6941206"/>
                </a:cubicBezTo>
                <a:cubicBezTo>
                  <a:pt x="3080333" y="6948714"/>
                  <a:pt x="3080333" y="6948714"/>
                  <a:pt x="3080333" y="6948714"/>
                </a:cubicBezTo>
                <a:cubicBezTo>
                  <a:pt x="6623888" y="2841824"/>
                  <a:pt x="6623888" y="2841824"/>
                  <a:pt x="6623888" y="2841824"/>
                </a:cubicBezTo>
                <a:lnTo>
                  <a:pt x="5696708" y="2838070"/>
                </a:lnTo>
                <a:cubicBezTo>
                  <a:pt x="4086342" y="4696306"/>
                  <a:pt x="4086342" y="4696306"/>
                  <a:pt x="4086342" y="4696306"/>
                </a:cubicBezTo>
                <a:cubicBezTo>
                  <a:pt x="3992498" y="4812681"/>
                  <a:pt x="3849855" y="4884007"/>
                  <a:pt x="3688443" y="4884007"/>
                </a:cubicBezTo>
                <a:cubicBezTo>
                  <a:pt x="3399403" y="4884007"/>
                  <a:pt x="3166669" y="4651258"/>
                  <a:pt x="3166669" y="4365953"/>
                </a:cubicBezTo>
                <a:cubicBezTo>
                  <a:pt x="3166669" y="4208284"/>
                  <a:pt x="3234237" y="4069386"/>
                  <a:pt x="3343097" y="3975536"/>
                </a:cubicBezTo>
                <a:cubicBezTo>
                  <a:pt x="5077337" y="1978401"/>
                  <a:pt x="5077337" y="1978401"/>
                  <a:pt x="5077337" y="1978401"/>
                </a:cubicBezTo>
                <a:cubicBezTo>
                  <a:pt x="5171181" y="1862026"/>
                  <a:pt x="5313824" y="1790700"/>
                  <a:pt x="5478990" y="1790700"/>
                </a:cubicBezTo>
                <a:close/>
                <a:moveTo>
                  <a:pt x="9252509" y="0"/>
                </a:moveTo>
                <a:cubicBezTo>
                  <a:pt x="9823713" y="0"/>
                  <a:pt x="10286766" y="463053"/>
                  <a:pt x="10286766" y="1034257"/>
                </a:cubicBezTo>
                <a:cubicBezTo>
                  <a:pt x="10286766" y="1605461"/>
                  <a:pt x="9823713" y="2068514"/>
                  <a:pt x="9252509" y="2068514"/>
                </a:cubicBezTo>
                <a:cubicBezTo>
                  <a:pt x="8681305" y="2068514"/>
                  <a:pt x="8218252" y="1605461"/>
                  <a:pt x="8218252" y="1034257"/>
                </a:cubicBezTo>
                <a:cubicBezTo>
                  <a:pt x="8218252" y="463053"/>
                  <a:pt x="8681305" y="0"/>
                  <a:pt x="9252509" y="0"/>
                </a:cubicBezTo>
                <a:close/>
              </a:path>
            </a:pathLst>
          </a:custGeom>
          <a:solidFill>
            <a:srgbClr val="DD001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3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4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5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6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7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8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9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0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1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2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3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4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5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6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7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8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9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0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1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2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3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4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5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6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7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8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9.xml><?xml version="1.0" encoding="utf-8"?>
<p:tagLst xmlns:p="http://schemas.openxmlformats.org/presentationml/2006/main">
  <p:tag name="MH" val="20150814111403"/>
  <p:tag name="MH_LIBRARY" val="GRAPHIC"/>
  <p:tag name="MH_ORDER" val="文本框 3"/>
</p:tagLst>
</file>

<file path=ppt/tags/tag30.xml><?xml version="1.0" encoding="utf-8"?>
<p:tagLst xmlns:p="http://schemas.openxmlformats.org/presentationml/2006/main">
  <p:tag name="MH" val="20150814111403"/>
  <p:tag name="MH_LIBRARY" val="GRAPHIC"/>
</p:tagLst>
</file>

<file path=ppt/tags/tag3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2991</Words>
  <Application>WPS 演示</Application>
  <PresentationFormat>宽屏</PresentationFormat>
  <Paragraphs>179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Avenir Next</vt:lpstr>
      <vt:lpstr>Segoe Print</vt:lpstr>
      <vt:lpstr>Calibri Light</vt:lpstr>
      <vt:lpstr>华文隶书</vt:lpstr>
      <vt:lpstr>LingWai SC Medium</vt:lpstr>
      <vt:lpstr>微软雅黑</vt:lpstr>
      <vt:lpstr>Calibri</vt:lpstr>
      <vt:lpstr>Avenir Next</vt:lpstr>
      <vt:lpstr>Libian SC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:-*:-*:-*:-*</cp:lastModifiedBy>
  <cp:revision>4</cp:revision>
  <dcterms:created xsi:type="dcterms:W3CDTF">2019-08-09T08:18:00Z</dcterms:created>
  <dcterms:modified xsi:type="dcterms:W3CDTF">2024-05-14T13:11:51Z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D8C0AFD9087B46EE9440EA667C2DB55F_12</vt:lpwstr>
  </property>
  <property fmtid="{D5CDD505-2E9C-101B-9397-08002B2CF9AE}" pid="3" name="KSOProductBuildVer">
    <vt:lpwstr>2052-12.1.0.16729</vt:lpwstr>
  </property>
</Properties>
</file>